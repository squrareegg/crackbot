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표지·목차" id="{D61D04B1-E1E0-5E8A-E160-7E0154F80661}">
          <p14:sldIdLst>
            <p14:sldId id="256"/>
            <p14:sldId id="257"/>
          </p14:sldIdLst>
        </p14:section>
        <p14:section name="01 서론" id="{06B256FF-970F-7228-6A59-61E8B3933C4B}">
          <p14:sldIdLst>
            <p14:sldId id="258"/>
          </p14:sldIdLst>
        </p14:section>
        <p14:section name="02 관련 연구" id="{B28201DE-58F7-675D-37A5-6361220B73E9}">
          <p14:sldIdLst>
            <p14:sldId id="259"/>
          </p14:sldIdLst>
        </p14:section>
        <p14:section name="03 프로젝트 개요" id="{AFBB4958-A77A-66B7-659F-433235D7445D}">
          <p14:sldIdLst>
            <p14:sldId id="260"/>
          </p14:sldIdLst>
        </p14:section>
        <p14:section name="04 요구사항·기능" id="{F0DF0D26-8023-33D8-48DC-F07781700343}">
          <p14:sldIdLst>
            <p14:sldId id="261"/>
          </p14:sldIdLst>
        </p14:section>
        <p14:section name="05 시스템 설계" id="{648FBCAD-5188-447D-2E87-5B4D696E1EF1}">
          <p14:sldIdLst>
            <p14:sldId id="262"/>
            <p14:sldId id="263"/>
            <p14:sldId id="264"/>
          </p14:sldIdLst>
        </p14:section>
        <p14:section name="06 기술 스택" id="{7D8BD457-D2FE-27EF-E8D4-569E5649EAD7}">
          <p14:sldIdLst>
            <p14:sldId id="265"/>
          </p14:sldIdLst>
        </p14:section>
        <p14:section name="07 핵심 구현" id="{77C3D98F-8E70-7200-47A1-6B417CE070E8}">
          <p14:sldIdLst>
            <p14:sldId id="266"/>
            <p14:sldId id="267"/>
          </p14:sldIdLst>
        </p14:section>
        <p14:section name="08 실행 데모" id="{0E94FB47-7FA5-28B6-0796-E1A3B4C2AEBD}">
          <p14:sldIdLst>
            <p14:sldId id="268"/>
          </p14:sldIdLst>
        </p14:section>
        <p14:section name="09 실험·결과" id="{1B9BDEBA-7054-E270-C366-626C46985D30}">
          <p14:sldIdLst>
            <p14:sldId id="269"/>
          </p14:sldIdLst>
        </p14:section>
        <p14:section name="10 트러블슈팅" id="{8C7F1901-A0E5-8147-050F-54BB0A42CF65}">
          <p14:sldIdLst>
            <p14:sldId id="270"/>
          </p14:sldIdLst>
        </p14:section>
        <p14:section name="11 결론·Q&amp;A" id="{304EF529-0E65-6177-10FF-9616D93EA323}">
          <p14:sldIdLst>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3" d="100"/>
          <a:sy n="113" d="100"/>
        </p:scale>
        <p:origin x="47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6980236"/>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약 8초
안녕하십니까, 팀장 김광훈입니다. CrackBot AI 캡스톤 프로젝트 발표를 시작하겠습니다. 저희는 스마트폰 사진 한 장으로 균열을 탐지하고 안전등급까지 자동 산정하는 서비스를 개발했습니다.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약 4초
발표는 서론부터 결론까지 11개 순서로 진행합니다. (목차는 읽지 않고 넘어가세요)</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약 22초
40년 넘은 노후 건물 붕괴 사고가 이어지고 있습니다. 건축물관리법으로 점검이 의무화됐지만 소규모 건물은 예산·인력 부족으로 사각지대입니다. 기존 점검은 촬영과 수기 기록 때문에 보고서까지 최대 1주일이 걸립니다. 그래서 스마트폰과 AI만으로 원스톱 처리하는 저비용 서비스를 목표로 했습니다.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약 16초
수기 점검은 최대 1주일, 상용 서비스는 고가 장비가 필요합니다. CrackBot은 스마트폰만으로 촬영 즉시 분 단위로 결과를 내고 AI로 A~E 등급을 산정해 소규모 건물의 사각지대를 커버하는 것을 목표로 합니다. (비교는 공개된 운영 방식 기준이며 특정 제품의 정량 수치를 인용한 것은 아닙니다.)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약 14초
개발기간은 2026년 4월 29일부터 7월 2일까지, 3인 팀으로 한이음 드림업을 통해 진행했습니다. 저는 팀장으로 기획·문서화와 프로젝트 관리를 맡았고, 김준우 팀원이 백엔드·프론트엔드·인프라, 김민규 팀원이 YOLOv8 모델링을 맡았습니다.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약 16초
요구사항 정의서 기준 기능 요구 9건, 비기능 요구 3건을 정의했고, 핵심 기능은 다섯 가지입니다. 건물-프로젝트-구역의 계층 관리, YOLOv8 기반 균열 탐지, 균열 폭 기준 A~E 등급 산정, PDF·DOCX 보고서 자동 생성, 그리고 JWT 인증입니다.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약 16초
사용자의 요청은 Nginx가 받아 정적 파일은 React SPA로, API 요청은 FastAPI로 프록시합니다. FastAPI가 YOLOv8 모델을 호출해 추론하고 결과를 SQLite에 저장합니다. 전체를 Docker Compose로 묶어 단일 명령으로 배포합니다.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약 8초
InspectionProject를 중심으로 건물, 점검자, 구역, 사진, 탐지 결과, 등급 이력, 보고서가 1대N으로 연결됩니다. 설계 문서에는 PostgreSQL을 명시했지만 배포 단순화를 위해 최종 SQLite로 구현했습니다.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약 8초
사용자는 로그인 후 건물과 점검 프로젝트를 등록하고, 사진을 촬영·업로드하면 AI 분석, 결과·등급 확인, 보고서 생성까지 이어지는 열 단계의 흐름을 거칩니다.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약 16초
프론트엔드는 React와 Vite, 백엔드는 FastAPI, 모델은 YOLOv8, DB는 SQLite, 배포는 Docker와 Nginx를 사용했습니다. YOLOv8은 Faster R-CNN과 비교 검토해 실시간성과 학습 효율 때문에 채택했고, DB와 비동기 처리는 인프라 단순화를 위해 설계보다 축소 적용했습니다.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약 22초
업로드된 이미지를 디코딩해 YOLOv8 모델로 추론하고, 박스마다 신뢰도로 심각도를 4단계로 분류하며 균열 폭을 계산합니다. YOLOv8n을 Roboflow 균열 데이터셋 1,350장으로 전이학습해 mAP50 0.86, CPU 기준 장당 약 50ms를 얻었습니다. 단, 폭(mm)은 고정 계수로 근사한 값이라 캘리브레이션은 향후 과제입니다.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약 18초
구역 내 최대 균열 폭을 기준으로 0.1, 0.2, 0.3, 0.5mm 경계에서 A부터 E까지 등급을 산정합니다. 보고서는 PDF와 DOCX를 FastAPI BackgroundTasks로 비동기 생성하고, 프론트엔드가 상태를 폴링해 완료 시 내려받습니다.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약 20초
로그인, 건물·점검 프로젝트 등록, 사진 촬영·업로드, AI 분석 순서로 실제 동작하는 화면입니다. 업로드부터 탐지, 등급, 보고서 생성까지 전체 흐름을 앱 하나에서 처리합니다.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약 18초
YOLOv8n 커스텀 모델은 mAP50 0.86, CPU 기준 장당 약 50ms입니다. 1,350장을 학습 974, 검증 190, 테스트 186으로 나눴습니다. 요구사항 중 탐지 정확도와 Docker 단일 명령 배포는 달성했고, API 응답 속도는 별도로 측정하지 못했습니다. 학습 곡선은 초반 등락 후 30 에포크 이후 mAP50이 0.85~0.86 부근에서 안정됐고, 최고값은 49 에포크의 0.863입니다.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약 18초
첫째, 보고서가 더미 데이터로만 생성되던 문제는 reportlab·python-docx 연동이 미완성이었고, 실제 렌더링과 비동기 처리, 상태 폴링으로 해결했습니다. 둘째, 목록 조회 API 지연은 N+1 쿼리가 원인이어서 SQLAlchemy joinedload를 적용했습니다. 개선 수치는 별도 측정하지 못했습니다.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약 22초
성과는 핵심 워크플로우의 정상 동작과 mAP50 0.86입니다. 한계도 정직하게 기록했습니다. RBAC 검증, S3 연동, CORS 설정, 테스트 코드, 그리고 픽셀-밀리미터 환산의 캘리브레이션이 향후 과제입니다. 기대효과는 저비용 AI 점검으로 소규모 노후 건물의 안전점검 사각지대를 줄이는 것입니다.</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약 3초
이상으로 발표를 마치겠습니다. 감사합니다. 질문 부탁드립니다.</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731520"/>
            <a:ext cx="10908792" cy="640080"/>
          </a:xfrm>
          <a:prstGeom prst="rect">
            <a:avLst/>
          </a:prstGeom>
          <a:noFill/>
          <a:ln/>
        </p:spPr>
        <p:txBody>
          <a:bodyPr wrap="square" rtlCol="0"/>
          <a:lstStyle>
            <a:lvl1pPr marL="0" indent="0" algn="l">
              <a:buNone/>
              <a:defRPr lang="en-US" sz="3000" b="1" dirty="0">
                <a:solidFill>
                  <a:srgbClr val="1F2328"/>
                </a:solidFill>
                <a:latin typeface="맑은 고딕" pitchFamily="34" charset="0"/>
                <a:ea typeface="맑은 고딕" pitchFamily="34" charset="-122"/>
                <a:cs typeface="맑은 고딕" pitchFamily="34" charset="-120"/>
              </a:defRPr>
            </a:lvl1pPr>
          </a:lstStyle>
          <a:p>
            <a:pPr marL="0" indent="0" algn="l">
              <a:buNone/>
            </a:pPr>
            <a:endParaRPr lang="en-US" sz="3000" dirty="0"/>
          </a:p>
        </p:txBody>
      </p:sp>
      <p:sp>
        <p:nvSpPr>
          <p:cNvPr id="3" name="Text 0"/>
          <p:cNvSpPr/>
          <p:nvPr/>
        </p:nvSpPr>
        <p:spPr>
          <a:xfrm>
            <a:off x="640080" y="6455664"/>
            <a:ext cx="7315200" cy="228600"/>
          </a:xfrm>
          <a:prstGeom prst="rect">
            <a:avLst/>
          </a:prstGeom>
          <a:noFill/>
          <a:ln/>
        </p:spPr>
        <p:txBody>
          <a:bodyPr wrap="square" lIns="0" tIns="0" rIns="0" bIns="0" rtlCol="0" anchor="ctr"/>
          <a:lstStyle/>
          <a:p>
            <a:pPr marL="0" indent="0">
              <a:buNone/>
            </a:pPr>
            <a:r>
              <a:rPr lang="en-US" sz="1000" dirty="0">
                <a:solidFill>
                  <a:srgbClr val="6B7280"/>
                </a:solidFill>
                <a:latin typeface="맑은 고딕" pitchFamily="34" charset="0"/>
                <a:ea typeface="맑은 고딕" pitchFamily="34" charset="-122"/>
                <a:cs typeface="맑은 고딕" pitchFamily="34" charset="-120"/>
              </a:rPr>
              <a:t>CrackBot AI  ·  2026 캡스톤 프로젝트 발표</a:t>
            </a:r>
            <a:endParaRPr lang="en-US" sz="1000" dirty="0"/>
          </a:p>
        </p:txBody>
      </p:sp>
      <p:sp>
        <p:nvSpPr>
          <p:cNvPr id="25" name="Slide Number Placeholder 0"/>
          <p:cNvSpPr>
            <a:spLocks noGrp="1"/>
          </p:cNvSpPr>
          <p:nvPr>
            <p:ph type="sldNum" sz="quarter" idx="4294967295"/>
          </p:nvPr>
        </p:nvSpPr>
        <p:spPr>
          <a:xfrm>
            <a:off x="10634472" y="6455664"/>
            <a:ext cx="9144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latin typeface="맑은 고딕"/>
                <a:ea typeface="맑은 고딕"/>
                <a:cs typeface="맑은 고딕"/>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C1C1E"/>
        </a:solidFill>
        <a:effectLst/>
      </p:bgPr>
    </p:bg>
    <p:spTree>
      <p:nvGrpSpPr>
        <p:cNvPr id="1" name=""/>
        <p:cNvGrpSpPr/>
        <p:nvPr/>
      </p:nvGrpSpPr>
      <p:grpSpPr>
        <a:xfrm>
          <a:off x="0" y="0"/>
          <a:ext cx="0" cy="0"/>
          <a:chOff x="0" y="0"/>
          <a:chExt cx="0" cy="0"/>
        </a:xfrm>
      </p:grpSpPr>
      <p:sp>
        <p:nvSpPr>
          <p:cNvPr id="2" name="Text 0"/>
          <p:cNvSpPr/>
          <p:nvPr/>
        </p:nvSpPr>
        <p:spPr>
          <a:xfrm>
            <a:off x="640080" y="6455664"/>
            <a:ext cx="7315200" cy="228600"/>
          </a:xfrm>
          <a:prstGeom prst="rect">
            <a:avLst/>
          </a:prstGeom>
          <a:noFill/>
          <a:ln/>
        </p:spPr>
        <p:txBody>
          <a:bodyPr wrap="square" lIns="0" tIns="0" rIns="0" bIns="0" rtlCol="0" anchor="ctr"/>
          <a:lstStyle/>
          <a:p>
            <a:pPr marL="0" indent="0">
              <a:buNone/>
            </a:pPr>
            <a:r>
              <a:rPr lang="en-US" sz="1000" dirty="0">
                <a:solidFill>
                  <a:srgbClr val="7A7F87"/>
                </a:solidFill>
                <a:latin typeface="맑은 고딕" pitchFamily="34" charset="0"/>
                <a:ea typeface="맑은 고딕" pitchFamily="34" charset="-122"/>
                <a:cs typeface="맑은 고딕" pitchFamily="34" charset="-120"/>
              </a:rPr>
              <a:t>CrackBot AI  ·  2026 캡스톤 프로젝트 발표</a:t>
            </a:r>
            <a:endParaRPr lang="en-US" sz="1000" dirty="0"/>
          </a:p>
        </p:txBody>
      </p:sp>
      <p:sp>
        <p:nvSpPr>
          <p:cNvPr id="25" name="Slide Number Placeholder 0"/>
          <p:cNvSpPr>
            <a:spLocks noGrp="1"/>
          </p:cNvSpPr>
          <p:nvPr>
            <p:ph type="sldNum" sz="quarter" idx="4294967295"/>
          </p:nvPr>
        </p:nvSpPr>
        <p:spPr>
          <a:xfrm>
            <a:off x="10634472" y="6455664"/>
            <a:ext cx="9144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7A7F87"/>
                </a:solidFill>
                <a:latin typeface="맑은 고딕"/>
                <a:ea typeface="맑은 고딕"/>
                <a:cs typeface="맑은 고딕"/>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34472" y="6455664"/>
            <a:ext cx="9144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latin typeface="맑은 고딕"/>
                <a:ea typeface="맑은 고딕"/>
                <a:cs typeface="맑은 고딕"/>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3.png"/><Relationship Id="rId7" Type="http://schemas.openxmlformats.org/officeDocument/2006/relationships/image" Target="../media/image7.png"/><Relationship Id="rId12"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6.png"/><Relationship Id="rId11" Type="http://schemas.openxmlformats.org/officeDocument/2006/relationships/image" Target="../media/image19.png"/><Relationship Id="rId5" Type="http://schemas.openxmlformats.org/officeDocument/2006/relationships/image" Target="../media/image15.png"/><Relationship Id="rId10" Type="http://schemas.openxmlformats.org/officeDocument/2006/relationships/image" Target="../media/image9.png"/><Relationship Id="rId4" Type="http://schemas.openxmlformats.org/officeDocument/2006/relationships/image" Target="../media/image14.png"/><Relationship Id="rId9" Type="http://schemas.openxmlformats.org/officeDocument/2006/relationships/image" Target="../media/image18.png"/></Relationships>
</file>

<file path=ppt/slides/_rels/slide10.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4.png"/><Relationship Id="rId11" Type="http://schemas.openxmlformats.org/officeDocument/2006/relationships/image" Target="../media/image29.png"/><Relationship Id="rId5" Type="http://schemas.openxmlformats.org/officeDocument/2006/relationships/image" Target="../media/image23.png"/><Relationship Id="rId10" Type="http://schemas.openxmlformats.org/officeDocument/2006/relationships/image" Target="../media/image28.png"/><Relationship Id="rId4" Type="http://schemas.openxmlformats.org/officeDocument/2006/relationships/image" Target="../media/image22.png"/><Relationship Id="rId9" Type="http://schemas.openxmlformats.org/officeDocument/2006/relationships/image" Target="../media/image27.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1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188720"/>
            <a:ext cx="6949440" cy="320040"/>
          </a:xfrm>
          <a:prstGeom prst="rect">
            <a:avLst/>
          </a:prstGeom>
          <a:noFill/>
          <a:ln/>
        </p:spPr>
        <p:txBody>
          <a:bodyPr wrap="square" lIns="0" tIns="0" rIns="0" bIns="0" rtlCol="0" anchor="t"/>
          <a:lstStyle/>
          <a:p>
            <a:pPr marL="0" indent="0" algn="l">
              <a:lnSpc>
                <a:spcPct val="115000"/>
              </a:lnSpc>
              <a:buNone/>
            </a:pPr>
            <a:r>
              <a:rPr lang="en-US" sz="1300" b="1" kern="0" spc="100" dirty="0">
                <a:solidFill>
                  <a:srgbClr val="D98A5F"/>
                </a:solidFill>
                <a:latin typeface="맑은 고딕" pitchFamily="34" charset="0"/>
                <a:ea typeface="맑은 고딕" pitchFamily="34" charset="-122"/>
                <a:cs typeface="맑은 고딕" pitchFamily="34" charset="-120"/>
              </a:rPr>
              <a:t>2026  ·  캡스톤 프로젝트 발표</a:t>
            </a:r>
            <a:endParaRPr lang="en-US" sz="1300" dirty="0"/>
          </a:p>
        </p:txBody>
      </p:sp>
      <p:sp>
        <p:nvSpPr>
          <p:cNvPr id="3" name="Text 1"/>
          <p:cNvSpPr txBox="1"/>
          <p:nvPr/>
        </p:nvSpPr>
        <p:spPr>
          <a:xfrm>
            <a:off x="731520" y="1554480"/>
            <a:ext cx="6949440" cy="1188720"/>
          </a:xfrm>
          <a:prstGeom prst="rect">
            <a:avLst/>
          </a:prstGeom>
          <a:noFill/>
          <a:ln/>
        </p:spPr>
        <p:txBody>
          <a:bodyPr wrap="square" lIns="0" tIns="0" rIns="0" bIns="0" rtlCol="0" anchor="t"/>
          <a:lstStyle/>
          <a:p>
            <a:pPr marL="0" indent="0" algn="l">
              <a:lnSpc>
                <a:spcPct val="115000"/>
              </a:lnSpc>
              <a:buNone/>
            </a:pPr>
            <a:r>
              <a:rPr lang="en-US" sz="5600" b="1" dirty="0">
                <a:solidFill>
                  <a:srgbClr val="FFFFFF"/>
                </a:solidFill>
                <a:latin typeface="Cambria" pitchFamily="34" charset="0"/>
                <a:ea typeface="Cambria" pitchFamily="34" charset="-122"/>
                <a:cs typeface="Cambria" pitchFamily="34" charset="-120"/>
              </a:rPr>
              <a:t>CrackBot AI</a:t>
            </a:r>
            <a:endParaRPr lang="en-US" sz="5600" dirty="0"/>
          </a:p>
        </p:txBody>
      </p:sp>
      <p:sp>
        <p:nvSpPr>
          <p:cNvPr id="4" name="Text 2"/>
          <p:cNvSpPr txBox="1"/>
          <p:nvPr/>
        </p:nvSpPr>
        <p:spPr>
          <a:xfrm>
            <a:off x="731520" y="2788920"/>
            <a:ext cx="6949440" cy="548640"/>
          </a:xfrm>
          <a:prstGeom prst="rect">
            <a:avLst/>
          </a:prstGeom>
          <a:noFill/>
          <a:ln/>
        </p:spPr>
        <p:txBody>
          <a:bodyPr wrap="square" lIns="0" tIns="0" rIns="0" bIns="0" rtlCol="0" anchor="t"/>
          <a:lstStyle/>
          <a:p>
            <a:pPr marL="0" indent="0" algn="l">
              <a:lnSpc>
                <a:spcPct val="115000"/>
              </a:lnSpc>
              <a:buNone/>
            </a:pPr>
            <a:r>
              <a:rPr lang="en-US" sz="2400" b="1" dirty="0">
                <a:solidFill>
                  <a:srgbClr val="ECEDEF"/>
                </a:solidFill>
                <a:latin typeface="맑은 고딕" pitchFamily="34" charset="0"/>
                <a:ea typeface="맑은 고딕" pitchFamily="34" charset="-122"/>
                <a:cs typeface="맑은 고딕" pitchFamily="34" charset="-120"/>
              </a:rPr>
              <a:t>인간의 한계를 넘는 AI 정밀 점검 시스템</a:t>
            </a:r>
            <a:endParaRPr lang="en-US" sz="2400" dirty="0"/>
          </a:p>
        </p:txBody>
      </p:sp>
      <p:sp>
        <p:nvSpPr>
          <p:cNvPr id="5" name="Text 3"/>
          <p:cNvSpPr txBox="1"/>
          <p:nvPr/>
        </p:nvSpPr>
        <p:spPr>
          <a:xfrm>
            <a:off x="731520" y="3474720"/>
            <a:ext cx="6766560" cy="777240"/>
          </a:xfrm>
          <a:prstGeom prst="rect">
            <a:avLst/>
          </a:prstGeom>
          <a:noFill/>
          <a:ln/>
        </p:spPr>
        <p:txBody>
          <a:bodyPr wrap="square" lIns="0" tIns="0" rIns="0" bIns="0" rtlCol="0" anchor="t"/>
          <a:lstStyle/>
          <a:p>
            <a:pPr marL="0" indent="0" algn="l">
              <a:lnSpc>
                <a:spcPct val="125000"/>
              </a:lnSpc>
              <a:buNone/>
            </a:pPr>
            <a:r>
              <a:rPr lang="en-US" sz="1400" dirty="0">
                <a:solidFill>
                  <a:srgbClr val="B8BDC4"/>
                </a:solidFill>
                <a:latin typeface="맑은 고딕" pitchFamily="34" charset="0"/>
                <a:ea typeface="맑은 고딕" pitchFamily="34" charset="-122"/>
                <a:cs typeface="맑은 고딕" pitchFamily="34" charset="-120"/>
              </a:rPr>
              <a:t>스마트폰 사진 한 장으로 건축물 균열을 탐지하고,</a:t>
            </a:r>
            <a:endParaRPr lang="en-US" sz="1400" dirty="0"/>
          </a:p>
          <a:p>
            <a:pPr marL="0" indent="0" algn="l">
              <a:lnSpc>
                <a:spcPct val="125000"/>
              </a:lnSpc>
              <a:buNone/>
            </a:pPr>
            <a:r>
              <a:rPr lang="en-US" sz="1400" dirty="0">
                <a:solidFill>
                  <a:srgbClr val="B8BDC4"/>
                </a:solidFill>
                <a:latin typeface="맑은 고딕" pitchFamily="34" charset="0"/>
                <a:ea typeface="맑은 고딕" pitchFamily="34" charset="-122"/>
                <a:cs typeface="맑은 고딕" pitchFamily="34" charset="-120"/>
              </a:rPr>
              <a:t>안전등급(A~E)까지 자동 산정하는 저비용 AI 안전점검 서비스</a:t>
            </a:r>
            <a:endParaRPr lang="en-US" sz="1400" dirty="0"/>
          </a:p>
        </p:txBody>
      </p:sp>
      <p:sp>
        <p:nvSpPr>
          <p:cNvPr id="6" name="Text 4"/>
          <p:cNvSpPr txBox="1"/>
          <p:nvPr/>
        </p:nvSpPr>
        <p:spPr>
          <a:xfrm>
            <a:off x="731520" y="4526280"/>
            <a:ext cx="1097280" cy="274320"/>
          </a:xfrm>
          <a:prstGeom prst="rect">
            <a:avLst/>
          </a:prstGeom>
          <a:noFill/>
          <a:ln/>
        </p:spPr>
        <p:txBody>
          <a:bodyPr wrap="square" lIns="0" tIns="0" rIns="0" bIns="0" rtlCol="0" anchor="t"/>
          <a:lstStyle/>
          <a:p>
            <a:pPr marL="0" indent="0" algn="l">
              <a:lnSpc>
                <a:spcPct val="115000"/>
              </a:lnSpc>
              <a:buNone/>
            </a:pPr>
            <a:r>
              <a:rPr lang="en-US" sz="1300" dirty="0">
                <a:solidFill>
                  <a:srgbClr val="7A7F87"/>
                </a:solidFill>
                <a:latin typeface="맑은 고딕" pitchFamily="34" charset="0"/>
                <a:ea typeface="맑은 고딕" pitchFamily="34" charset="-122"/>
                <a:cs typeface="맑은 고딕" pitchFamily="34" charset="-120"/>
              </a:rPr>
              <a:t>팀원</a:t>
            </a:r>
            <a:endParaRPr lang="en-US" sz="1300" dirty="0"/>
          </a:p>
        </p:txBody>
      </p:sp>
      <p:sp>
        <p:nvSpPr>
          <p:cNvPr id="7" name="Text 5"/>
          <p:cNvSpPr txBox="1"/>
          <p:nvPr/>
        </p:nvSpPr>
        <p:spPr>
          <a:xfrm>
            <a:off x="1828800" y="4526280"/>
            <a:ext cx="5852160" cy="566928"/>
          </a:xfrm>
          <a:prstGeom prst="rect">
            <a:avLst/>
          </a:prstGeom>
          <a:noFill/>
          <a:ln/>
        </p:spPr>
        <p:txBody>
          <a:bodyPr wrap="square" lIns="0" tIns="0" rIns="0" bIns="0" rtlCol="0" anchor="t"/>
          <a:lstStyle/>
          <a:p>
            <a:pPr marL="0" indent="0" algn="l">
              <a:lnSpc>
                <a:spcPct val="115000"/>
              </a:lnSpc>
              <a:buNone/>
            </a:pPr>
            <a:r>
              <a:rPr lang="en-US" sz="1300" dirty="0">
                <a:solidFill>
                  <a:srgbClr val="B8BDC4"/>
                </a:solidFill>
                <a:latin typeface="맑은 고딕" pitchFamily="34" charset="0"/>
                <a:ea typeface="맑은 고딕" pitchFamily="34" charset="-122"/>
                <a:cs typeface="맑은 고딕" pitchFamily="34" charset="-120"/>
              </a:rPr>
              <a:t>김광훈(팀장·기획/PM)</a:t>
            </a:r>
            <a:endParaRPr lang="en-US" sz="1300" dirty="0"/>
          </a:p>
          <a:p>
            <a:pPr marL="0" indent="0" algn="l">
              <a:lnSpc>
                <a:spcPct val="115000"/>
              </a:lnSpc>
              <a:buNone/>
            </a:pPr>
            <a:r>
              <a:rPr lang="en-US" sz="1300" dirty="0">
                <a:solidFill>
                  <a:srgbClr val="B8BDC4"/>
                </a:solidFill>
                <a:latin typeface="맑은 고딕" pitchFamily="34" charset="0"/>
                <a:ea typeface="맑은 고딕" pitchFamily="34" charset="-122"/>
                <a:cs typeface="맑은 고딕" pitchFamily="34" charset="-120"/>
              </a:rPr>
              <a:t>김준우(백엔드/프론트/인프라) · 김민규(AI 모델링)</a:t>
            </a:r>
            <a:endParaRPr lang="en-US" sz="1300" dirty="0"/>
          </a:p>
        </p:txBody>
      </p:sp>
      <p:sp>
        <p:nvSpPr>
          <p:cNvPr id="8" name="Text 6"/>
          <p:cNvSpPr txBox="1"/>
          <p:nvPr/>
        </p:nvSpPr>
        <p:spPr>
          <a:xfrm>
            <a:off x="731520" y="5257800"/>
            <a:ext cx="1097280" cy="274320"/>
          </a:xfrm>
          <a:prstGeom prst="rect">
            <a:avLst/>
          </a:prstGeom>
          <a:noFill/>
          <a:ln/>
        </p:spPr>
        <p:txBody>
          <a:bodyPr wrap="square" lIns="0" tIns="0" rIns="0" bIns="0" rtlCol="0" anchor="t"/>
          <a:lstStyle/>
          <a:p>
            <a:pPr marL="0" indent="0" algn="l">
              <a:lnSpc>
                <a:spcPct val="115000"/>
              </a:lnSpc>
              <a:buNone/>
            </a:pPr>
            <a:r>
              <a:rPr lang="en-US" sz="1300" dirty="0">
                <a:solidFill>
                  <a:srgbClr val="7A7F87"/>
                </a:solidFill>
                <a:latin typeface="맑은 고딕" pitchFamily="34" charset="0"/>
                <a:ea typeface="맑은 고딕" pitchFamily="34" charset="-122"/>
                <a:cs typeface="맑은 고딕" pitchFamily="34" charset="-120"/>
              </a:rPr>
              <a:t>개발기간</a:t>
            </a:r>
            <a:endParaRPr lang="en-US" sz="1300" dirty="0"/>
          </a:p>
        </p:txBody>
      </p:sp>
      <p:sp>
        <p:nvSpPr>
          <p:cNvPr id="9" name="Text 7"/>
          <p:cNvSpPr txBox="1"/>
          <p:nvPr/>
        </p:nvSpPr>
        <p:spPr>
          <a:xfrm>
            <a:off x="1828800" y="5257800"/>
            <a:ext cx="5852160" cy="274320"/>
          </a:xfrm>
          <a:prstGeom prst="rect">
            <a:avLst/>
          </a:prstGeom>
          <a:noFill/>
          <a:ln/>
        </p:spPr>
        <p:txBody>
          <a:bodyPr wrap="square" lIns="0" tIns="0" rIns="0" bIns="0" rtlCol="0" anchor="t"/>
          <a:lstStyle/>
          <a:p>
            <a:pPr marL="0" indent="0" algn="l">
              <a:lnSpc>
                <a:spcPct val="115000"/>
              </a:lnSpc>
              <a:buNone/>
            </a:pPr>
            <a:r>
              <a:rPr lang="en-US" sz="1300" dirty="0">
                <a:solidFill>
                  <a:srgbClr val="B8BDC4"/>
                </a:solidFill>
                <a:latin typeface="맑은 고딕" pitchFamily="34" charset="0"/>
                <a:ea typeface="맑은 고딕" pitchFamily="34" charset="-122"/>
                <a:cs typeface="맑은 고딕" pitchFamily="34" charset="-120"/>
              </a:rPr>
              <a:t>2026.04.29 ~ 2026.07.02</a:t>
            </a:r>
            <a:endParaRPr lang="en-US" sz="1300" dirty="0"/>
          </a:p>
        </p:txBody>
      </p:sp>
      <p:sp>
        <p:nvSpPr>
          <p:cNvPr id="10" name="Text 8"/>
          <p:cNvSpPr txBox="1"/>
          <p:nvPr/>
        </p:nvSpPr>
        <p:spPr>
          <a:xfrm>
            <a:off x="731520" y="5669280"/>
            <a:ext cx="1097280" cy="274320"/>
          </a:xfrm>
          <a:prstGeom prst="rect">
            <a:avLst/>
          </a:prstGeom>
          <a:noFill/>
          <a:ln/>
        </p:spPr>
        <p:txBody>
          <a:bodyPr wrap="square" lIns="0" tIns="0" rIns="0" bIns="0" rtlCol="0" anchor="t"/>
          <a:lstStyle/>
          <a:p>
            <a:pPr marL="0" indent="0" algn="l">
              <a:lnSpc>
                <a:spcPct val="115000"/>
              </a:lnSpc>
              <a:buNone/>
            </a:pPr>
            <a:r>
              <a:rPr lang="en-US" sz="1300" dirty="0">
                <a:solidFill>
                  <a:srgbClr val="7A7F87"/>
                </a:solidFill>
                <a:latin typeface="맑은 고딕" pitchFamily="34" charset="0"/>
                <a:ea typeface="맑은 고딕" pitchFamily="34" charset="-122"/>
                <a:cs typeface="맑은 고딕" pitchFamily="34" charset="-120"/>
              </a:rPr>
              <a:t>발표자</a:t>
            </a:r>
            <a:endParaRPr lang="en-US" sz="1300" dirty="0"/>
          </a:p>
        </p:txBody>
      </p:sp>
      <p:sp>
        <p:nvSpPr>
          <p:cNvPr id="11" name="Text 9"/>
          <p:cNvSpPr txBox="1"/>
          <p:nvPr/>
        </p:nvSpPr>
        <p:spPr>
          <a:xfrm>
            <a:off x="1828800" y="5669280"/>
            <a:ext cx="5852160" cy="274320"/>
          </a:xfrm>
          <a:prstGeom prst="rect">
            <a:avLst/>
          </a:prstGeom>
          <a:noFill/>
          <a:ln/>
        </p:spPr>
        <p:txBody>
          <a:bodyPr wrap="square" lIns="0" tIns="0" rIns="0" bIns="0" rtlCol="0" anchor="t"/>
          <a:lstStyle/>
          <a:p>
            <a:pPr marL="0" indent="0" algn="l">
              <a:lnSpc>
                <a:spcPct val="115000"/>
              </a:lnSpc>
              <a:buNone/>
            </a:pPr>
            <a:r>
              <a:rPr lang="en-US" sz="1300" b="1" dirty="0">
                <a:solidFill>
                  <a:srgbClr val="FFFFFF"/>
                </a:solidFill>
                <a:latin typeface="맑은 고딕" pitchFamily="34" charset="0"/>
                <a:ea typeface="맑은 고딕" pitchFamily="34" charset="-122"/>
                <a:cs typeface="맑은 고딕" pitchFamily="34" charset="-120"/>
              </a:rPr>
              <a:t>김광훈</a:t>
            </a:r>
            <a:endParaRPr lang="en-US" sz="1300" dirty="0"/>
          </a:p>
        </p:txBody>
      </p:sp>
      <p:sp>
        <p:nvSpPr>
          <p:cNvPr id="12" name="Shape 10"/>
          <p:cNvSpPr/>
          <p:nvPr/>
        </p:nvSpPr>
        <p:spPr>
          <a:xfrm>
            <a:off x="8229600" y="777240"/>
            <a:ext cx="3383280" cy="5257800"/>
          </a:xfrm>
          <a:prstGeom prst="rect">
            <a:avLst/>
          </a:prstGeom>
          <a:solidFill>
            <a:srgbClr val="FFFFFF"/>
          </a:solidFill>
          <a:ln/>
        </p:spPr>
      </p:sp>
      <p:pic>
        <p:nvPicPr>
          <p:cNvPr id="13" name="Image 0" descr="CrackBot AI 균열 탐지 결과 화면"/>
          <p:cNvPicPr>
            <a:picLocks noChangeAspect="1"/>
          </p:cNvPicPr>
          <p:nvPr/>
        </p:nvPicPr>
        <p:blipFill>
          <a:blip r:embed="rId3"/>
          <a:stretch>
            <a:fillRect/>
          </a:stretch>
        </p:blipFill>
        <p:spPr>
          <a:xfrm>
            <a:off x="8400963" y="960120"/>
            <a:ext cx="3040553" cy="4892040"/>
          </a:xfrm>
          <a:prstGeom prst="rect">
            <a:avLst/>
          </a:prstGeom>
        </p:spPr>
      </p:pic>
      <p:sp>
        <p:nvSpPr>
          <p:cNvPr id="25" name="Slide Number Placeholder 0"/>
          <p:cNvSpPr>
            <a:spLocks noGrp="1"/>
          </p:cNvSpPr>
          <p:nvPr>
            <p:ph type="sldNum" sz="quarter" idx="4294967295"/>
          </p:nvPr>
        </p:nvSpPr>
        <p:spPr>
          <a:xfrm>
            <a:off x="10634472" y="6455664"/>
            <a:ext cx="9144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7A7F87"/>
                </a:solidFill>
                <a:latin typeface="맑은 고딕"/>
                <a:ea typeface="맑은 고딕"/>
                <a:cs typeface="맑은 고딕"/>
              </a:defRPr>
            </a:lvl1pPr>
          </a:lstStyle>
          <a:p>
            <a:pPr algn="r"/>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40080" y="402336"/>
            <a:ext cx="8229600" cy="274320"/>
          </a:xfrm>
          <a:prstGeom prst="rect">
            <a:avLst/>
          </a:prstGeom>
          <a:noFill/>
          <a:ln/>
        </p:spPr>
        <p:txBody>
          <a:bodyPr wrap="square" lIns="0" tIns="0" rIns="0" bIns="0" rtlCol="0" anchor="ctr"/>
          <a:lstStyle/>
          <a:p>
            <a:pPr marL="0" indent="0">
              <a:buNone/>
            </a:pPr>
            <a:r>
              <a:rPr lang="en-US" sz="1200" b="1" kern="0" spc="100" dirty="0">
                <a:solidFill>
                  <a:srgbClr val="B8562E"/>
                </a:solidFill>
                <a:latin typeface="맑은 고딕" pitchFamily="34" charset="0"/>
                <a:ea typeface="맑은 고딕" pitchFamily="34" charset="-122"/>
                <a:cs typeface="맑은 고딕" pitchFamily="34" charset="-120"/>
              </a:rPr>
              <a:t>Contents</a:t>
            </a:r>
            <a:endParaRPr lang="en-US" sz="1200" dirty="0"/>
          </a:p>
        </p:txBody>
      </p:sp>
      <p:sp>
        <p:nvSpPr>
          <p:cNvPr id="3" name="Text 0"/>
          <p:cNvSpPr>
            <a:spLocks noGrp="1"/>
          </p:cNvSpPr>
          <p:nvPr>
            <p:ph type="title" idx="100" hasCustomPrompt="1"/>
          </p:nvPr>
        </p:nvSpPr>
        <p:spPr>
          <a:xfrm>
            <a:off x="640080" y="731520"/>
            <a:ext cx="10908792" cy="640080"/>
          </a:xfrm>
          <a:prstGeom prst="rect">
            <a:avLst/>
          </a:prstGeom>
          <a:noFill/>
          <a:ln/>
        </p:spPr>
        <p:txBody>
          <a:bodyPr wrap="square" lIns="0" tIns="0" rIns="0" bIns="0" rtlCol="0" anchor="t"/>
          <a:lstStyle/>
          <a:p>
            <a:pPr marL="0" indent="0" algn="l">
              <a:buNone/>
            </a:pPr>
            <a:r>
              <a:rPr lang="en-US" sz="3000" b="1" dirty="0">
                <a:solidFill>
                  <a:srgbClr val="1F2328"/>
                </a:solidFill>
                <a:latin typeface="맑은 고딕" pitchFamily="34" charset="0"/>
                <a:ea typeface="맑은 고딕" pitchFamily="34" charset="-122"/>
                <a:cs typeface="맑은 고딕" pitchFamily="34" charset="-120"/>
              </a:rPr>
              <a:t>목차</a:t>
            </a:r>
            <a:endParaRPr lang="en-US" sz="3000" dirty="0"/>
          </a:p>
        </p:txBody>
      </p:sp>
      <p:sp>
        <p:nvSpPr>
          <p:cNvPr id="5" name="Text 2"/>
          <p:cNvSpPr txBox="1"/>
          <p:nvPr/>
        </p:nvSpPr>
        <p:spPr>
          <a:xfrm>
            <a:off x="640080" y="1783080"/>
            <a:ext cx="731520" cy="457200"/>
          </a:xfrm>
          <a:prstGeom prst="rect">
            <a:avLst/>
          </a:prstGeom>
          <a:noFill/>
          <a:ln/>
        </p:spPr>
        <p:txBody>
          <a:bodyPr wrap="square" lIns="0" tIns="0" rIns="0" bIns="0" rtlCol="0" anchor="t"/>
          <a:lstStyle/>
          <a:p>
            <a:pPr marL="0" indent="0" algn="l">
              <a:lnSpc>
                <a:spcPct val="115000"/>
              </a:lnSpc>
              <a:buNone/>
            </a:pPr>
            <a:r>
              <a:rPr lang="en-US" sz="2400" b="1" dirty="0">
                <a:solidFill>
                  <a:srgbClr val="B8562E"/>
                </a:solidFill>
                <a:latin typeface="Cambria" pitchFamily="34" charset="0"/>
                <a:ea typeface="Cambria" pitchFamily="34" charset="-122"/>
                <a:cs typeface="Cambria" pitchFamily="34" charset="-120"/>
              </a:rPr>
              <a:t>01</a:t>
            </a:r>
            <a:endParaRPr lang="en-US" sz="2400" dirty="0"/>
          </a:p>
        </p:txBody>
      </p:sp>
      <p:sp>
        <p:nvSpPr>
          <p:cNvPr id="6" name="Text 3"/>
          <p:cNvSpPr txBox="1"/>
          <p:nvPr/>
        </p:nvSpPr>
        <p:spPr>
          <a:xfrm>
            <a:off x="1417320" y="1819656"/>
            <a:ext cx="4572000" cy="731520"/>
          </a:xfrm>
          <a:prstGeom prst="rect">
            <a:avLst/>
          </a:prstGeom>
          <a:noFill/>
          <a:ln/>
        </p:spPr>
        <p:txBody>
          <a:bodyPr wrap="square" lIns="0" tIns="0" rIns="0" bIns="0" rtlCol="0" anchor="t"/>
          <a:lstStyle/>
          <a:p>
            <a:pPr marL="0" indent="0" algn="l">
              <a:lnSpc>
                <a:spcPct val="110000"/>
              </a:lnSpc>
              <a:buNone/>
            </a:pPr>
            <a:r>
              <a:rPr lang="en-US" sz="1800" b="1" dirty="0">
                <a:solidFill>
                  <a:srgbClr val="1F2328"/>
                </a:solidFill>
                <a:latin typeface="맑은 고딕" pitchFamily="34" charset="0"/>
                <a:ea typeface="맑은 고딕" pitchFamily="34" charset="-122"/>
                <a:cs typeface="맑은 고딕" pitchFamily="34" charset="-120"/>
              </a:rPr>
              <a:t>서론 — 연구 배경 및 필요성</a:t>
            </a:r>
            <a:endParaRPr lang="en-US" sz="1800" dirty="0"/>
          </a:p>
        </p:txBody>
      </p:sp>
      <p:sp>
        <p:nvSpPr>
          <p:cNvPr id="7" name="Text 4"/>
          <p:cNvSpPr txBox="1"/>
          <p:nvPr/>
        </p:nvSpPr>
        <p:spPr>
          <a:xfrm>
            <a:off x="640080" y="2532888"/>
            <a:ext cx="731520" cy="457200"/>
          </a:xfrm>
          <a:prstGeom prst="rect">
            <a:avLst/>
          </a:prstGeom>
          <a:noFill/>
          <a:ln/>
        </p:spPr>
        <p:txBody>
          <a:bodyPr wrap="square" lIns="0" tIns="0" rIns="0" bIns="0" rtlCol="0" anchor="t"/>
          <a:lstStyle/>
          <a:p>
            <a:pPr marL="0" indent="0" algn="l">
              <a:lnSpc>
                <a:spcPct val="115000"/>
              </a:lnSpc>
              <a:buNone/>
            </a:pPr>
            <a:r>
              <a:rPr lang="en-US" sz="2400" b="1" dirty="0">
                <a:solidFill>
                  <a:srgbClr val="B8562E"/>
                </a:solidFill>
                <a:latin typeface="Cambria" pitchFamily="34" charset="0"/>
                <a:ea typeface="Cambria" pitchFamily="34" charset="-122"/>
                <a:cs typeface="Cambria" pitchFamily="34" charset="-120"/>
              </a:rPr>
              <a:t>02</a:t>
            </a:r>
            <a:endParaRPr lang="en-US" sz="2400" dirty="0"/>
          </a:p>
        </p:txBody>
      </p:sp>
      <p:sp>
        <p:nvSpPr>
          <p:cNvPr id="8" name="Text 5"/>
          <p:cNvSpPr txBox="1"/>
          <p:nvPr/>
        </p:nvSpPr>
        <p:spPr>
          <a:xfrm>
            <a:off x="1417320" y="2569464"/>
            <a:ext cx="4572000" cy="731520"/>
          </a:xfrm>
          <a:prstGeom prst="rect">
            <a:avLst/>
          </a:prstGeom>
          <a:noFill/>
          <a:ln/>
        </p:spPr>
        <p:txBody>
          <a:bodyPr wrap="square" lIns="0" tIns="0" rIns="0" bIns="0" rtlCol="0" anchor="t"/>
          <a:lstStyle/>
          <a:p>
            <a:pPr marL="0" indent="0" algn="l">
              <a:lnSpc>
                <a:spcPct val="110000"/>
              </a:lnSpc>
              <a:buNone/>
            </a:pPr>
            <a:r>
              <a:rPr lang="en-US" sz="1800" b="1" dirty="0">
                <a:solidFill>
                  <a:srgbClr val="1F2328"/>
                </a:solidFill>
                <a:latin typeface="맑은 고딕" pitchFamily="34" charset="0"/>
                <a:ea typeface="맑은 고딕" pitchFamily="34" charset="-122"/>
                <a:cs typeface="맑은 고딕" pitchFamily="34" charset="-120"/>
              </a:rPr>
              <a:t>관련 연구 및 기존 방식 비교</a:t>
            </a:r>
            <a:endParaRPr lang="en-US" sz="1800" dirty="0"/>
          </a:p>
        </p:txBody>
      </p:sp>
      <p:sp>
        <p:nvSpPr>
          <p:cNvPr id="9" name="Text 6"/>
          <p:cNvSpPr txBox="1"/>
          <p:nvPr/>
        </p:nvSpPr>
        <p:spPr>
          <a:xfrm>
            <a:off x="640080" y="3282696"/>
            <a:ext cx="731520" cy="457200"/>
          </a:xfrm>
          <a:prstGeom prst="rect">
            <a:avLst/>
          </a:prstGeom>
          <a:noFill/>
          <a:ln/>
        </p:spPr>
        <p:txBody>
          <a:bodyPr wrap="square" lIns="0" tIns="0" rIns="0" bIns="0" rtlCol="0" anchor="t"/>
          <a:lstStyle/>
          <a:p>
            <a:pPr marL="0" indent="0" algn="l">
              <a:lnSpc>
                <a:spcPct val="115000"/>
              </a:lnSpc>
              <a:buNone/>
            </a:pPr>
            <a:r>
              <a:rPr lang="en-US" sz="2400" b="1" dirty="0">
                <a:solidFill>
                  <a:srgbClr val="B8562E"/>
                </a:solidFill>
                <a:latin typeface="Cambria" pitchFamily="34" charset="0"/>
                <a:ea typeface="Cambria" pitchFamily="34" charset="-122"/>
                <a:cs typeface="Cambria" pitchFamily="34" charset="-120"/>
              </a:rPr>
              <a:t>03</a:t>
            </a:r>
            <a:endParaRPr lang="en-US" sz="2400" dirty="0"/>
          </a:p>
        </p:txBody>
      </p:sp>
      <p:sp>
        <p:nvSpPr>
          <p:cNvPr id="10" name="Text 7"/>
          <p:cNvSpPr txBox="1"/>
          <p:nvPr/>
        </p:nvSpPr>
        <p:spPr>
          <a:xfrm>
            <a:off x="1417320" y="3319272"/>
            <a:ext cx="4572000" cy="731520"/>
          </a:xfrm>
          <a:prstGeom prst="rect">
            <a:avLst/>
          </a:prstGeom>
          <a:noFill/>
          <a:ln/>
        </p:spPr>
        <p:txBody>
          <a:bodyPr wrap="square" lIns="0" tIns="0" rIns="0" bIns="0" rtlCol="0" anchor="t"/>
          <a:lstStyle/>
          <a:p>
            <a:pPr marL="0" indent="0" algn="l">
              <a:lnSpc>
                <a:spcPct val="110000"/>
              </a:lnSpc>
              <a:buNone/>
            </a:pPr>
            <a:r>
              <a:rPr lang="en-US" sz="1800" b="1" dirty="0">
                <a:solidFill>
                  <a:srgbClr val="1F2328"/>
                </a:solidFill>
                <a:latin typeface="맑은 고딕" pitchFamily="34" charset="0"/>
                <a:ea typeface="맑은 고딕" pitchFamily="34" charset="-122"/>
                <a:cs typeface="맑은 고딕" pitchFamily="34" charset="-120"/>
              </a:rPr>
              <a:t>프로젝트 개요</a:t>
            </a:r>
            <a:endParaRPr lang="en-US" sz="1800" dirty="0"/>
          </a:p>
        </p:txBody>
      </p:sp>
      <p:sp>
        <p:nvSpPr>
          <p:cNvPr id="11" name="Text 8"/>
          <p:cNvSpPr txBox="1"/>
          <p:nvPr/>
        </p:nvSpPr>
        <p:spPr>
          <a:xfrm>
            <a:off x="640080" y="4032504"/>
            <a:ext cx="731520" cy="457200"/>
          </a:xfrm>
          <a:prstGeom prst="rect">
            <a:avLst/>
          </a:prstGeom>
          <a:noFill/>
          <a:ln/>
        </p:spPr>
        <p:txBody>
          <a:bodyPr wrap="square" lIns="0" tIns="0" rIns="0" bIns="0" rtlCol="0" anchor="t"/>
          <a:lstStyle/>
          <a:p>
            <a:pPr marL="0" indent="0" algn="l">
              <a:lnSpc>
                <a:spcPct val="115000"/>
              </a:lnSpc>
              <a:buNone/>
            </a:pPr>
            <a:r>
              <a:rPr lang="en-US" sz="2400" b="1" dirty="0">
                <a:solidFill>
                  <a:srgbClr val="B8562E"/>
                </a:solidFill>
                <a:latin typeface="Cambria" pitchFamily="34" charset="0"/>
                <a:ea typeface="Cambria" pitchFamily="34" charset="-122"/>
                <a:cs typeface="Cambria" pitchFamily="34" charset="-120"/>
              </a:rPr>
              <a:t>04</a:t>
            </a:r>
            <a:endParaRPr lang="en-US" sz="2400" dirty="0"/>
          </a:p>
        </p:txBody>
      </p:sp>
      <p:sp>
        <p:nvSpPr>
          <p:cNvPr id="12" name="Text 9"/>
          <p:cNvSpPr txBox="1"/>
          <p:nvPr/>
        </p:nvSpPr>
        <p:spPr>
          <a:xfrm>
            <a:off x="1417320" y="4069080"/>
            <a:ext cx="4572000" cy="731520"/>
          </a:xfrm>
          <a:prstGeom prst="rect">
            <a:avLst/>
          </a:prstGeom>
          <a:noFill/>
          <a:ln/>
        </p:spPr>
        <p:txBody>
          <a:bodyPr wrap="square" lIns="0" tIns="0" rIns="0" bIns="0" rtlCol="0" anchor="t"/>
          <a:lstStyle/>
          <a:p>
            <a:pPr marL="0" indent="0" algn="l">
              <a:lnSpc>
                <a:spcPct val="110000"/>
              </a:lnSpc>
              <a:buNone/>
            </a:pPr>
            <a:r>
              <a:rPr lang="en-US" sz="1800" b="1" dirty="0">
                <a:solidFill>
                  <a:srgbClr val="1F2328"/>
                </a:solidFill>
                <a:latin typeface="맑은 고딕" pitchFamily="34" charset="0"/>
                <a:ea typeface="맑은 고딕" pitchFamily="34" charset="-122"/>
                <a:cs typeface="맑은 고딕" pitchFamily="34" charset="-120"/>
              </a:rPr>
              <a:t>요구사항 및 주요 기능</a:t>
            </a:r>
            <a:endParaRPr lang="en-US" sz="1800" dirty="0"/>
          </a:p>
        </p:txBody>
      </p:sp>
      <p:sp>
        <p:nvSpPr>
          <p:cNvPr id="13" name="Text 10"/>
          <p:cNvSpPr txBox="1"/>
          <p:nvPr/>
        </p:nvSpPr>
        <p:spPr>
          <a:xfrm>
            <a:off x="640080" y="4782312"/>
            <a:ext cx="731520" cy="457200"/>
          </a:xfrm>
          <a:prstGeom prst="rect">
            <a:avLst/>
          </a:prstGeom>
          <a:noFill/>
          <a:ln/>
        </p:spPr>
        <p:txBody>
          <a:bodyPr wrap="square" lIns="0" tIns="0" rIns="0" bIns="0" rtlCol="0" anchor="t"/>
          <a:lstStyle/>
          <a:p>
            <a:pPr marL="0" indent="0" algn="l">
              <a:lnSpc>
                <a:spcPct val="115000"/>
              </a:lnSpc>
              <a:buNone/>
            </a:pPr>
            <a:r>
              <a:rPr lang="en-US" sz="2400" b="1" dirty="0">
                <a:solidFill>
                  <a:srgbClr val="B8562E"/>
                </a:solidFill>
                <a:latin typeface="Cambria" pitchFamily="34" charset="0"/>
                <a:ea typeface="Cambria" pitchFamily="34" charset="-122"/>
                <a:cs typeface="Cambria" pitchFamily="34" charset="-120"/>
              </a:rPr>
              <a:t>05</a:t>
            </a:r>
            <a:endParaRPr lang="en-US" sz="2400" dirty="0"/>
          </a:p>
        </p:txBody>
      </p:sp>
      <p:sp>
        <p:nvSpPr>
          <p:cNvPr id="14" name="Text 11"/>
          <p:cNvSpPr txBox="1"/>
          <p:nvPr/>
        </p:nvSpPr>
        <p:spPr>
          <a:xfrm>
            <a:off x="1417320" y="4818888"/>
            <a:ext cx="4572000" cy="731520"/>
          </a:xfrm>
          <a:prstGeom prst="rect">
            <a:avLst/>
          </a:prstGeom>
          <a:noFill/>
          <a:ln/>
        </p:spPr>
        <p:txBody>
          <a:bodyPr wrap="square" lIns="0" tIns="0" rIns="0" bIns="0" rtlCol="0" anchor="t"/>
          <a:lstStyle/>
          <a:p>
            <a:pPr marL="0" indent="0" algn="l">
              <a:lnSpc>
                <a:spcPct val="110000"/>
              </a:lnSpc>
              <a:buNone/>
            </a:pPr>
            <a:r>
              <a:rPr lang="en-US" sz="1800" b="1" dirty="0">
                <a:solidFill>
                  <a:srgbClr val="1F2328"/>
                </a:solidFill>
                <a:latin typeface="맑은 고딕" pitchFamily="34" charset="0"/>
                <a:ea typeface="맑은 고딕" pitchFamily="34" charset="-122"/>
                <a:cs typeface="맑은 고딕" pitchFamily="34" charset="-120"/>
              </a:rPr>
              <a:t>시스템 설계</a:t>
            </a:r>
            <a:endParaRPr lang="en-US" sz="1800" dirty="0"/>
          </a:p>
          <a:p>
            <a:pPr marL="0" indent="0" algn="l">
              <a:lnSpc>
                <a:spcPct val="110000"/>
              </a:lnSpc>
              <a:buNone/>
            </a:pPr>
            <a:r>
              <a:rPr lang="en-US" sz="1800" b="1" dirty="0">
                <a:solidFill>
                  <a:srgbClr val="1F2328"/>
                </a:solidFill>
                <a:latin typeface="맑은 고딕" pitchFamily="34" charset="0"/>
                <a:ea typeface="맑은 고딕" pitchFamily="34" charset="-122"/>
                <a:cs typeface="맑은 고딕" pitchFamily="34" charset="-120"/>
              </a:rPr>
              <a:t>(아키텍처 / ERD / 사용자 흐름)</a:t>
            </a:r>
            <a:endParaRPr lang="en-US" sz="1800" dirty="0"/>
          </a:p>
        </p:txBody>
      </p:sp>
      <p:sp>
        <p:nvSpPr>
          <p:cNvPr id="15" name="Text 12"/>
          <p:cNvSpPr txBox="1"/>
          <p:nvPr/>
        </p:nvSpPr>
        <p:spPr>
          <a:xfrm>
            <a:off x="640080" y="5733288"/>
            <a:ext cx="731520" cy="457200"/>
          </a:xfrm>
          <a:prstGeom prst="rect">
            <a:avLst/>
          </a:prstGeom>
          <a:noFill/>
          <a:ln/>
        </p:spPr>
        <p:txBody>
          <a:bodyPr wrap="square" lIns="0" tIns="0" rIns="0" bIns="0" rtlCol="0" anchor="t"/>
          <a:lstStyle/>
          <a:p>
            <a:pPr marL="0" indent="0" algn="l">
              <a:lnSpc>
                <a:spcPct val="115000"/>
              </a:lnSpc>
              <a:buNone/>
            </a:pPr>
            <a:r>
              <a:rPr lang="en-US" sz="2400" b="1" dirty="0">
                <a:solidFill>
                  <a:srgbClr val="B8562E"/>
                </a:solidFill>
                <a:latin typeface="Cambria" pitchFamily="34" charset="0"/>
                <a:ea typeface="Cambria" pitchFamily="34" charset="-122"/>
                <a:cs typeface="Cambria" pitchFamily="34" charset="-120"/>
              </a:rPr>
              <a:t>06</a:t>
            </a:r>
            <a:endParaRPr lang="en-US" sz="2400" dirty="0"/>
          </a:p>
        </p:txBody>
      </p:sp>
      <p:sp>
        <p:nvSpPr>
          <p:cNvPr id="16" name="Text 13"/>
          <p:cNvSpPr txBox="1"/>
          <p:nvPr/>
        </p:nvSpPr>
        <p:spPr>
          <a:xfrm>
            <a:off x="1417320" y="5769864"/>
            <a:ext cx="4572000" cy="731520"/>
          </a:xfrm>
          <a:prstGeom prst="rect">
            <a:avLst/>
          </a:prstGeom>
          <a:noFill/>
          <a:ln/>
        </p:spPr>
        <p:txBody>
          <a:bodyPr wrap="square" lIns="0" tIns="0" rIns="0" bIns="0" rtlCol="0" anchor="t"/>
          <a:lstStyle/>
          <a:p>
            <a:pPr marL="0" indent="0" algn="l">
              <a:lnSpc>
                <a:spcPct val="110000"/>
              </a:lnSpc>
              <a:buNone/>
            </a:pPr>
            <a:r>
              <a:rPr lang="en-US" sz="1800" b="1" dirty="0">
                <a:solidFill>
                  <a:srgbClr val="1F2328"/>
                </a:solidFill>
                <a:latin typeface="맑은 고딕" pitchFamily="34" charset="0"/>
                <a:ea typeface="맑은 고딕" pitchFamily="34" charset="-122"/>
                <a:cs typeface="맑은 고딕" pitchFamily="34" charset="-120"/>
              </a:rPr>
              <a:t>기술 스택 및 선택 이유</a:t>
            </a:r>
            <a:endParaRPr lang="en-US" sz="1800" dirty="0"/>
          </a:p>
        </p:txBody>
      </p:sp>
      <p:sp>
        <p:nvSpPr>
          <p:cNvPr id="17" name="Text 14"/>
          <p:cNvSpPr txBox="1"/>
          <p:nvPr/>
        </p:nvSpPr>
        <p:spPr>
          <a:xfrm>
            <a:off x="6355080" y="1783080"/>
            <a:ext cx="731520" cy="457200"/>
          </a:xfrm>
          <a:prstGeom prst="rect">
            <a:avLst/>
          </a:prstGeom>
          <a:noFill/>
          <a:ln/>
        </p:spPr>
        <p:txBody>
          <a:bodyPr wrap="square" lIns="0" tIns="0" rIns="0" bIns="0" rtlCol="0" anchor="t"/>
          <a:lstStyle/>
          <a:p>
            <a:pPr marL="0" indent="0" algn="l">
              <a:lnSpc>
                <a:spcPct val="115000"/>
              </a:lnSpc>
              <a:buNone/>
            </a:pPr>
            <a:r>
              <a:rPr lang="en-US" sz="2400" b="1" dirty="0">
                <a:solidFill>
                  <a:srgbClr val="B8562E"/>
                </a:solidFill>
                <a:latin typeface="Cambria" pitchFamily="34" charset="0"/>
                <a:ea typeface="Cambria" pitchFamily="34" charset="-122"/>
                <a:cs typeface="Cambria" pitchFamily="34" charset="-120"/>
              </a:rPr>
              <a:t>07</a:t>
            </a:r>
            <a:endParaRPr lang="en-US" sz="2400" dirty="0"/>
          </a:p>
        </p:txBody>
      </p:sp>
      <p:sp>
        <p:nvSpPr>
          <p:cNvPr id="18" name="Text 15"/>
          <p:cNvSpPr txBox="1"/>
          <p:nvPr/>
        </p:nvSpPr>
        <p:spPr>
          <a:xfrm>
            <a:off x="7132320" y="1819656"/>
            <a:ext cx="4572000" cy="731520"/>
          </a:xfrm>
          <a:prstGeom prst="rect">
            <a:avLst/>
          </a:prstGeom>
          <a:noFill/>
          <a:ln/>
        </p:spPr>
        <p:txBody>
          <a:bodyPr wrap="square" lIns="0" tIns="0" rIns="0" bIns="0" rtlCol="0" anchor="t"/>
          <a:lstStyle/>
          <a:p>
            <a:pPr marL="0" indent="0" algn="l">
              <a:lnSpc>
                <a:spcPct val="110000"/>
              </a:lnSpc>
              <a:buNone/>
            </a:pPr>
            <a:r>
              <a:rPr lang="en-US" sz="1800" b="1" dirty="0">
                <a:solidFill>
                  <a:srgbClr val="1F2328"/>
                </a:solidFill>
                <a:latin typeface="맑은 고딕" pitchFamily="34" charset="0"/>
                <a:ea typeface="맑은 고딕" pitchFamily="34" charset="-122"/>
                <a:cs typeface="맑은 고딕" pitchFamily="34" charset="-120"/>
              </a:rPr>
              <a:t>핵심 구현</a:t>
            </a:r>
            <a:endParaRPr lang="en-US" sz="1800" dirty="0"/>
          </a:p>
        </p:txBody>
      </p:sp>
      <p:sp>
        <p:nvSpPr>
          <p:cNvPr id="19" name="Text 16"/>
          <p:cNvSpPr txBox="1"/>
          <p:nvPr/>
        </p:nvSpPr>
        <p:spPr>
          <a:xfrm>
            <a:off x="6355080" y="2532888"/>
            <a:ext cx="731520" cy="457200"/>
          </a:xfrm>
          <a:prstGeom prst="rect">
            <a:avLst/>
          </a:prstGeom>
          <a:noFill/>
          <a:ln/>
        </p:spPr>
        <p:txBody>
          <a:bodyPr wrap="square" lIns="0" tIns="0" rIns="0" bIns="0" rtlCol="0" anchor="t"/>
          <a:lstStyle/>
          <a:p>
            <a:pPr marL="0" indent="0" algn="l">
              <a:lnSpc>
                <a:spcPct val="115000"/>
              </a:lnSpc>
              <a:buNone/>
            </a:pPr>
            <a:r>
              <a:rPr lang="en-US" sz="2400" b="1" dirty="0">
                <a:solidFill>
                  <a:srgbClr val="B8562E"/>
                </a:solidFill>
                <a:latin typeface="Cambria" pitchFamily="34" charset="0"/>
                <a:ea typeface="Cambria" pitchFamily="34" charset="-122"/>
                <a:cs typeface="Cambria" pitchFamily="34" charset="-120"/>
              </a:rPr>
              <a:t>08</a:t>
            </a:r>
            <a:endParaRPr lang="en-US" sz="2400" dirty="0"/>
          </a:p>
        </p:txBody>
      </p:sp>
      <p:sp>
        <p:nvSpPr>
          <p:cNvPr id="20" name="Text 17"/>
          <p:cNvSpPr txBox="1"/>
          <p:nvPr/>
        </p:nvSpPr>
        <p:spPr>
          <a:xfrm>
            <a:off x="7132320" y="2569464"/>
            <a:ext cx="4572000" cy="731520"/>
          </a:xfrm>
          <a:prstGeom prst="rect">
            <a:avLst/>
          </a:prstGeom>
          <a:noFill/>
          <a:ln/>
        </p:spPr>
        <p:txBody>
          <a:bodyPr wrap="square" lIns="0" tIns="0" rIns="0" bIns="0" rtlCol="0" anchor="t"/>
          <a:lstStyle/>
          <a:p>
            <a:pPr marL="0" indent="0" algn="l">
              <a:lnSpc>
                <a:spcPct val="110000"/>
              </a:lnSpc>
              <a:buNone/>
            </a:pPr>
            <a:r>
              <a:rPr lang="en-US" sz="1800" b="1" dirty="0">
                <a:solidFill>
                  <a:srgbClr val="1F2328"/>
                </a:solidFill>
                <a:latin typeface="맑은 고딕" pitchFamily="34" charset="0"/>
                <a:ea typeface="맑은 고딕" pitchFamily="34" charset="-122"/>
                <a:cs typeface="맑은 고딕" pitchFamily="34" charset="-120"/>
              </a:rPr>
              <a:t>실행 데모</a:t>
            </a:r>
            <a:endParaRPr lang="en-US" sz="1800" dirty="0"/>
          </a:p>
        </p:txBody>
      </p:sp>
      <p:sp>
        <p:nvSpPr>
          <p:cNvPr id="21" name="Text 18"/>
          <p:cNvSpPr txBox="1"/>
          <p:nvPr/>
        </p:nvSpPr>
        <p:spPr>
          <a:xfrm>
            <a:off x="6355080" y="3282696"/>
            <a:ext cx="731520" cy="457200"/>
          </a:xfrm>
          <a:prstGeom prst="rect">
            <a:avLst/>
          </a:prstGeom>
          <a:noFill/>
          <a:ln/>
        </p:spPr>
        <p:txBody>
          <a:bodyPr wrap="square" lIns="0" tIns="0" rIns="0" bIns="0" rtlCol="0" anchor="t"/>
          <a:lstStyle/>
          <a:p>
            <a:pPr marL="0" indent="0" algn="l">
              <a:lnSpc>
                <a:spcPct val="115000"/>
              </a:lnSpc>
              <a:buNone/>
            </a:pPr>
            <a:r>
              <a:rPr lang="en-US" sz="2400" b="1" dirty="0">
                <a:solidFill>
                  <a:srgbClr val="B8562E"/>
                </a:solidFill>
                <a:latin typeface="Cambria" pitchFamily="34" charset="0"/>
                <a:ea typeface="Cambria" pitchFamily="34" charset="-122"/>
                <a:cs typeface="Cambria" pitchFamily="34" charset="-120"/>
              </a:rPr>
              <a:t>09</a:t>
            </a:r>
            <a:endParaRPr lang="en-US" sz="2400" dirty="0"/>
          </a:p>
        </p:txBody>
      </p:sp>
      <p:sp>
        <p:nvSpPr>
          <p:cNvPr id="22" name="Text 19"/>
          <p:cNvSpPr txBox="1"/>
          <p:nvPr/>
        </p:nvSpPr>
        <p:spPr>
          <a:xfrm>
            <a:off x="7132320" y="3319272"/>
            <a:ext cx="4572000" cy="731520"/>
          </a:xfrm>
          <a:prstGeom prst="rect">
            <a:avLst/>
          </a:prstGeom>
          <a:noFill/>
          <a:ln/>
        </p:spPr>
        <p:txBody>
          <a:bodyPr wrap="square" lIns="0" tIns="0" rIns="0" bIns="0" rtlCol="0" anchor="t"/>
          <a:lstStyle/>
          <a:p>
            <a:pPr marL="0" indent="0" algn="l">
              <a:lnSpc>
                <a:spcPct val="110000"/>
              </a:lnSpc>
              <a:buNone/>
            </a:pPr>
            <a:r>
              <a:rPr lang="en-US" sz="1800" b="1" dirty="0">
                <a:solidFill>
                  <a:srgbClr val="1F2328"/>
                </a:solidFill>
                <a:latin typeface="맑은 고딕" pitchFamily="34" charset="0"/>
                <a:ea typeface="맑은 고딕" pitchFamily="34" charset="-122"/>
                <a:cs typeface="맑은 고딕" pitchFamily="34" charset="-120"/>
              </a:rPr>
              <a:t>실험 및 결과</a:t>
            </a:r>
            <a:endParaRPr lang="en-US" sz="1800" dirty="0"/>
          </a:p>
        </p:txBody>
      </p:sp>
      <p:sp>
        <p:nvSpPr>
          <p:cNvPr id="23" name="Text 20"/>
          <p:cNvSpPr txBox="1"/>
          <p:nvPr/>
        </p:nvSpPr>
        <p:spPr>
          <a:xfrm>
            <a:off x="6355080" y="4032504"/>
            <a:ext cx="731520" cy="457200"/>
          </a:xfrm>
          <a:prstGeom prst="rect">
            <a:avLst/>
          </a:prstGeom>
          <a:noFill/>
          <a:ln/>
        </p:spPr>
        <p:txBody>
          <a:bodyPr wrap="square" lIns="0" tIns="0" rIns="0" bIns="0" rtlCol="0" anchor="t"/>
          <a:lstStyle/>
          <a:p>
            <a:pPr marL="0" indent="0" algn="l">
              <a:lnSpc>
                <a:spcPct val="115000"/>
              </a:lnSpc>
              <a:buNone/>
            </a:pPr>
            <a:r>
              <a:rPr lang="en-US" sz="2400" b="1" dirty="0">
                <a:solidFill>
                  <a:srgbClr val="B8562E"/>
                </a:solidFill>
                <a:latin typeface="Cambria" pitchFamily="34" charset="0"/>
                <a:ea typeface="Cambria" pitchFamily="34" charset="-122"/>
                <a:cs typeface="Cambria" pitchFamily="34" charset="-120"/>
              </a:rPr>
              <a:t>10</a:t>
            </a:r>
            <a:endParaRPr lang="en-US" sz="2400" dirty="0"/>
          </a:p>
        </p:txBody>
      </p:sp>
      <p:sp>
        <p:nvSpPr>
          <p:cNvPr id="24" name="Text 21"/>
          <p:cNvSpPr txBox="1"/>
          <p:nvPr/>
        </p:nvSpPr>
        <p:spPr>
          <a:xfrm>
            <a:off x="7132320" y="4069080"/>
            <a:ext cx="4572000" cy="731520"/>
          </a:xfrm>
          <a:prstGeom prst="rect">
            <a:avLst/>
          </a:prstGeom>
          <a:noFill/>
          <a:ln/>
        </p:spPr>
        <p:txBody>
          <a:bodyPr wrap="square" lIns="0" tIns="0" rIns="0" bIns="0" rtlCol="0" anchor="t"/>
          <a:lstStyle/>
          <a:p>
            <a:pPr marL="0" indent="0" algn="l">
              <a:lnSpc>
                <a:spcPct val="110000"/>
              </a:lnSpc>
              <a:buNone/>
            </a:pPr>
            <a:r>
              <a:rPr lang="en-US" sz="1800" b="1" dirty="0">
                <a:solidFill>
                  <a:srgbClr val="1F2328"/>
                </a:solidFill>
                <a:latin typeface="맑은 고딕" pitchFamily="34" charset="0"/>
                <a:ea typeface="맑은 고딕" pitchFamily="34" charset="-122"/>
                <a:cs typeface="맑은 고딕" pitchFamily="34" charset="-120"/>
              </a:rPr>
              <a:t>트러블슈팅</a:t>
            </a:r>
            <a:endParaRPr lang="en-US" sz="1800" dirty="0"/>
          </a:p>
        </p:txBody>
      </p:sp>
      <p:sp>
        <p:nvSpPr>
          <p:cNvPr id="25" name="Text 22"/>
          <p:cNvSpPr txBox="1"/>
          <p:nvPr/>
        </p:nvSpPr>
        <p:spPr>
          <a:xfrm>
            <a:off x="6355080" y="4782312"/>
            <a:ext cx="731520" cy="457200"/>
          </a:xfrm>
          <a:prstGeom prst="rect">
            <a:avLst/>
          </a:prstGeom>
          <a:noFill/>
          <a:ln/>
        </p:spPr>
        <p:txBody>
          <a:bodyPr wrap="square" lIns="0" tIns="0" rIns="0" bIns="0" rtlCol="0" anchor="t"/>
          <a:lstStyle/>
          <a:p>
            <a:pPr marL="0" indent="0" algn="l">
              <a:lnSpc>
                <a:spcPct val="115000"/>
              </a:lnSpc>
              <a:buNone/>
            </a:pPr>
            <a:r>
              <a:rPr lang="en-US" sz="2400" b="1" dirty="0">
                <a:solidFill>
                  <a:srgbClr val="B8562E"/>
                </a:solidFill>
                <a:latin typeface="Cambria" pitchFamily="34" charset="0"/>
                <a:ea typeface="Cambria" pitchFamily="34" charset="-122"/>
                <a:cs typeface="Cambria" pitchFamily="34" charset="-120"/>
              </a:rPr>
              <a:t>11</a:t>
            </a:r>
            <a:endParaRPr lang="en-US" sz="2400" dirty="0"/>
          </a:p>
        </p:txBody>
      </p:sp>
      <p:sp>
        <p:nvSpPr>
          <p:cNvPr id="26" name="Text 23"/>
          <p:cNvSpPr txBox="1"/>
          <p:nvPr/>
        </p:nvSpPr>
        <p:spPr>
          <a:xfrm>
            <a:off x="7132320" y="4818888"/>
            <a:ext cx="4572000" cy="731520"/>
          </a:xfrm>
          <a:prstGeom prst="rect">
            <a:avLst/>
          </a:prstGeom>
          <a:noFill/>
          <a:ln/>
        </p:spPr>
        <p:txBody>
          <a:bodyPr wrap="square" lIns="0" tIns="0" rIns="0" bIns="0" rtlCol="0" anchor="t"/>
          <a:lstStyle/>
          <a:p>
            <a:pPr marL="0" indent="0" algn="l">
              <a:lnSpc>
                <a:spcPct val="110000"/>
              </a:lnSpc>
              <a:buNone/>
            </a:pPr>
            <a:r>
              <a:rPr lang="en-US" sz="1800" b="1" dirty="0">
                <a:solidFill>
                  <a:srgbClr val="1F2328"/>
                </a:solidFill>
                <a:latin typeface="맑은 고딕" pitchFamily="34" charset="0"/>
                <a:ea typeface="맑은 고딕" pitchFamily="34" charset="-122"/>
                <a:cs typeface="맑은 고딕" pitchFamily="34" charset="-120"/>
              </a:rPr>
              <a:t>결론 — 성과·한계·기대효과</a:t>
            </a:r>
            <a:endParaRPr lang="en-US" sz="1800" dirty="0"/>
          </a:p>
        </p:txBody>
      </p:sp>
      <p:sp>
        <p:nvSpPr>
          <p:cNvPr id="4" name="Slide Number Placeholder 0"/>
          <p:cNvSpPr>
            <a:spLocks noGrp="1"/>
          </p:cNvSpPr>
          <p:nvPr>
            <p:ph type="sldNum" sz="quarter" idx="4294967295"/>
          </p:nvPr>
        </p:nvSpPr>
        <p:spPr>
          <a:xfrm>
            <a:off x="10634472" y="6455664"/>
            <a:ext cx="9144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latin typeface="맑은 고딕"/>
                <a:ea typeface="맑은 고딕"/>
                <a:cs typeface="맑은 고딕"/>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40080" y="402336"/>
            <a:ext cx="8229600" cy="274320"/>
          </a:xfrm>
          <a:prstGeom prst="rect">
            <a:avLst/>
          </a:prstGeom>
          <a:noFill/>
          <a:ln/>
        </p:spPr>
        <p:txBody>
          <a:bodyPr wrap="square" lIns="0" tIns="0" rIns="0" bIns="0" rtlCol="0" anchor="ctr"/>
          <a:lstStyle/>
          <a:p>
            <a:pPr marL="0" indent="0">
              <a:buNone/>
            </a:pPr>
            <a:r>
              <a:rPr lang="en-US" sz="1200" b="1" kern="0" spc="100" dirty="0">
                <a:solidFill>
                  <a:srgbClr val="B8562E"/>
                </a:solidFill>
                <a:latin typeface="맑은 고딕" pitchFamily="34" charset="0"/>
                <a:ea typeface="맑은 고딕" pitchFamily="34" charset="-122"/>
                <a:cs typeface="맑은 고딕" pitchFamily="34" charset="-120"/>
              </a:rPr>
              <a:t>01 · Introduction</a:t>
            </a:r>
            <a:endParaRPr lang="en-US" sz="1200" dirty="0"/>
          </a:p>
        </p:txBody>
      </p:sp>
      <p:sp>
        <p:nvSpPr>
          <p:cNvPr id="3" name="Text 0"/>
          <p:cNvSpPr>
            <a:spLocks noGrp="1"/>
          </p:cNvSpPr>
          <p:nvPr>
            <p:ph type="title" idx="100" hasCustomPrompt="1"/>
          </p:nvPr>
        </p:nvSpPr>
        <p:spPr>
          <a:xfrm>
            <a:off x="640080" y="731520"/>
            <a:ext cx="10908792" cy="640080"/>
          </a:xfrm>
          <a:prstGeom prst="rect">
            <a:avLst/>
          </a:prstGeom>
          <a:noFill/>
          <a:ln/>
        </p:spPr>
        <p:txBody>
          <a:bodyPr wrap="square" lIns="0" tIns="0" rIns="0" bIns="0" rtlCol="0" anchor="t"/>
          <a:lstStyle/>
          <a:p>
            <a:pPr marL="0" indent="0" algn="l">
              <a:buNone/>
            </a:pPr>
            <a:r>
              <a:rPr lang="en-US" sz="3000" b="1" dirty="0">
                <a:solidFill>
                  <a:srgbClr val="1F2328"/>
                </a:solidFill>
                <a:latin typeface="맑은 고딕" pitchFamily="34" charset="0"/>
                <a:ea typeface="맑은 고딕" pitchFamily="34" charset="-122"/>
                <a:cs typeface="맑은 고딕" pitchFamily="34" charset="-120"/>
              </a:rPr>
              <a:t>서론 — 연구 배경 및 필요성</a:t>
            </a:r>
            <a:endParaRPr lang="en-US" sz="3000" dirty="0"/>
          </a:p>
        </p:txBody>
      </p:sp>
      <p:sp>
        <p:nvSpPr>
          <p:cNvPr id="5" name="Shape 2"/>
          <p:cNvSpPr/>
          <p:nvPr/>
        </p:nvSpPr>
        <p:spPr>
          <a:xfrm>
            <a:off x="658368" y="1795824"/>
            <a:ext cx="68580" cy="68580"/>
          </a:xfrm>
          <a:prstGeom prst="ellipse">
            <a:avLst/>
          </a:prstGeom>
          <a:solidFill>
            <a:srgbClr val="4B5563"/>
          </a:solidFill>
          <a:ln/>
        </p:spPr>
      </p:sp>
      <p:sp>
        <p:nvSpPr>
          <p:cNvPr id="6" name="Text 3"/>
          <p:cNvSpPr txBox="1"/>
          <p:nvPr/>
        </p:nvSpPr>
        <p:spPr>
          <a:xfrm>
            <a:off x="868680" y="1691640"/>
            <a:ext cx="6126480" cy="570357"/>
          </a:xfrm>
          <a:prstGeom prst="rect">
            <a:avLst/>
          </a:prstGeom>
          <a:noFill/>
          <a:ln/>
        </p:spPr>
        <p:txBody>
          <a:bodyPr wrap="square" lIns="0" tIns="0" rIns="0" bIns="0" rtlCol="0" anchor="t"/>
          <a:lstStyle/>
          <a:p>
            <a:pPr marL="0" indent="0">
              <a:lnSpc>
                <a:spcPct val="105000"/>
              </a:lnSpc>
              <a:buNone/>
            </a:pPr>
            <a:r>
              <a:rPr lang="en-US" sz="1500" dirty="0">
                <a:solidFill>
                  <a:srgbClr val="2B2F34"/>
                </a:solidFill>
                <a:latin typeface="맑은 고딕" pitchFamily="34" charset="0"/>
                <a:ea typeface="맑은 고딕" pitchFamily="34" charset="-122"/>
                <a:cs typeface="맑은 고딕" pitchFamily="34" charset="-120"/>
              </a:rPr>
              <a:t>노후 건물 바닥 붕괴에 이어 대구 마트 천장 붕괴로 38명이 다치는 등</a:t>
            </a:r>
            <a:endParaRPr lang="en-US" sz="1500" dirty="0"/>
          </a:p>
          <a:p>
            <a:pPr marL="0" indent="0">
              <a:lnSpc>
                <a:spcPct val="105000"/>
              </a:lnSpc>
              <a:buNone/>
            </a:pPr>
            <a:r>
              <a:rPr lang="en-US" sz="1500" dirty="0">
                <a:solidFill>
                  <a:srgbClr val="2B2F34"/>
                </a:solidFill>
                <a:latin typeface="맑은 고딕" pitchFamily="34" charset="0"/>
                <a:ea typeface="맑은 고딕" pitchFamily="34" charset="-122"/>
                <a:cs typeface="맑은 고딕" pitchFamily="34" charset="-120"/>
              </a:rPr>
              <a:t>건축물 안전사고가 잇따르며 불안감 확대</a:t>
            </a:r>
            <a:endParaRPr lang="en-US" sz="1500" dirty="0"/>
          </a:p>
        </p:txBody>
      </p:sp>
      <p:sp>
        <p:nvSpPr>
          <p:cNvPr id="7" name="Shape 4"/>
          <p:cNvSpPr/>
          <p:nvPr/>
        </p:nvSpPr>
        <p:spPr>
          <a:xfrm>
            <a:off x="658368" y="2474893"/>
            <a:ext cx="68580" cy="68580"/>
          </a:xfrm>
          <a:prstGeom prst="ellipse">
            <a:avLst/>
          </a:prstGeom>
          <a:solidFill>
            <a:srgbClr val="4B5563"/>
          </a:solidFill>
          <a:ln/>
        </p:spPr>
      </p:sp>
      <p:sp>
        <p:nvSpPr>
          <p:cNvPr id="8" name="Text 5"/>
          <p:cNvSpPr txBox="1"/>
          <p:nvPr/>
        </p:nvSpPr>
        <p:spPr>
          <a:xfrm>
            <a:off x="868680" y="2370709"/>
            <a:ext cx="6126480" cy="570357"/>
          </a:xfrm>
          <a:prstGeom prst="rect">
            <a:avLst/>
          </a:prstGeom>
          <a:noFill/>
          <a:ln/>
        </p:spPr>
        <p:txBody>
          <a:bodyPr wrap="square" lIns="0" tIns="0" rIns="0" bIns="0" rtlCol="0" anchor="t"/>
          <a:lstStyle/>
          <a:p>
            <a:pPr marL="0" indent="0">
              <a:lnSpc>
                <a:spcPct val="105000"/>
              </a:lnSpc>
              <a:buNone/>
            </a:pPr>
            <a:r>
              <a:rPr lang="en-US" sz="1500" dirty="0">
                <a:solidFill>
                  <a:srgbClr val="2B2F34"/>
                </a:solidFill>
                <a:latin typeface="맑은 고딕" pitchFamily="34" charset="0"/>
                <a:ea typeface="맑은 고딕" pitchFamily="34" charset="-122"/>
                <a:cs typeface="맑은 고딕" pitchFamily="34" charset="-120"/>
              </a:rPr>
              <a:t>건축물관리법 개정으로 안전점검이 의무화됐지만,</a:t>
            </a:r>
            <a:endParaRPr lang="en-US" sz="1500" dirty="0"/>
          </a:p>
          <a:p>
            <a:pPr marL="0" indent="0">
              <a:lnSpc>
                <a:spcPct val="105000"/>
              </a:lnSpc>
              <a:buNone/>
            </a:pPr>
            <a:r>
              <a:rPr lang="en-US" sz="1500" dirty="0">
                <a:solidFill>
                  <a:srgbClr val="2B2F34"/>
                </a:solidFill>
                <a:latin typeface="맑은 고딕" pitchFamily="34" charset="0"/>
                <a:ea typeface="맑은 고딕" pitchFamily="34" charset="-122"/>
                <a:cs typeface="맑은 고딕" pitchFamily="34" charset="-120"/>
              </a:rPr>
              <a:t>예산·인력이 부족한 소규모 노후 건물은 사각지대</a:t>
            </a:r>
            <a:endParaRPr lang="en-US" sz="1500" dirty="0"/>
          </a:p>
        </p:txBody>
      </p:sp>
      <p:sp>
        <p:nvSpPr>
          <p:cNvPr id="9" name="Shape 6"/>
          <p:cNvSpPr/>
          <p:nvPr/>
        </p:nvSpPr>
        <p:spPr>
          <a:xfrm>
            <a:off x="658368" y="3153962"/>
            <a:ext cx="68580" cy="68580"/>
          </a:xfrm>
          <a:prstGeom prst="ellipse">
            <a:avLst/>
          </a:prstGeom>
          <a:solidFill>
            <a:srgbClr val="4B5563"/>
          </a:solidFill>
          <a:ln/>
        </p:spPr>
      </p:sp>
      <p:sp>
        <p:nvSpPr>
          <p:cNvPr id="10" name="Text 7"/>
          <p:cNvSpPr txBox="1"/>
          <p:nvPr/>
        </p:nvSpPr>
        <p:spPr>
          <a:xfrm>
            <a:off x="868680" y="3049778"/>
            <a:ext cx="6126480" cy="570357"/>
          </a:xfrm>
          <a:prstGeom prst="rect">
            <a:avLst/>
          </a:prstGeom>
          <a:noFill/>
          <a:ln/>
        </p:spPr>
        <p:txBody>
          <a:bodyPr wrap="square" lIns="0" tIns="0" rIns="0" bIns="0" rtlCol="0" anchor="t"/>
          <a:lstStyle/>
          <a:p>
            <a:pPr marL="0" indent="0">
              <a:lnSpc>
                <a:spcPct val="105000"/>
              </a:lnSpc>
              <a:buNone/>
            </a:pPr>
            <a:r>
              <a:rPr lang="en-US" sz="1500" dirty="0">
                <a:solidFill>
                  <a:srgbClr val="2B2F34"/>
                </a:solidFill>
                <a:latin typeface="맑은 고딕" pitchFamily="34" charset="0"/>
                <a:ea typeface="맑은 고딕" pitchFamily="34" charset="-122"/>
                <a:cs typeface="맑은 고딕" pitchFamily="34" charset="-120"/>
              </a:rPr>
              <a:t>기존 점검은 사진 촬영 + 수기 기록 방식으로,</a:t>
            </a:r>
            <a:endParaRPr lang="en-US" sz="1500" dirty="0"/>
          </a:p>
          <a:p>
            <a:pPr marL="0" indent="0">
              <a:lnSpc>
                <a:spcPct val="105000"/>
              </a:lnSpc>
              <a:buNone/>
            </a:pPr>
            <a:r>
              <a:rPr lang="en-US" sz="1500" dirty="0">
                <a:solidFill>
                  <a:srgbClr val="2B2F34"/>
                </a:solidFill>
                <a:latin typeface="맑은 고딕" pitchFamily="34" charset="0"/>
                <a:ea typeface="맑은 고딕" pitchFamily="34" charset="-122"/>
                <a:cs typeface="맑은 고딕" pitchFamily="34" charset="-120"/>
              </a:rPr>
              <a:t>결함 탐지~보고서 작성까지 최대 1주일 소요</a:t>
            </a:r>
            <a:endParaRPr lang="en-US" sz="1500" dirty="0"/>
          </a:p>
        </p:txBody>
      </p:sp>
      <p:sp>
        <p:nvSpPr>
          <p:cNvPr id="11" name="Shape 8"/>
          <p:cNvSpPr/>
          <p:nvPr/>
        </p:nvSpPr>
        <p:spPr>
          <a:xfrm>
            <a:off x="658368" y="3833031"/>
            <a:ext cx="68580" cy="68580"/>
          </a:xfrm>
          <a:prstGeom prst="ellipse">
            <a:avLst/>
          </a:prstGeom>
          <a:solidFill>
            <a:srgbClr val="4B5563"/>
          </a:solidFill>
          <a:ln/>
        </p:spPr>
      </p:sp>
      <p:sp>
        <p:nvSpPr>
          <p:cNvPr id="12" name="Text 9"/>
          <p:cNvSpPr txBox="1"/>
          <p:nvPr/>
        </p:nvSpPr>
        <p:spPr>
          <a:xfrm>
            <a:off x="868680" y="3728847"/>
            <a:ext cx="6126480" cy="294323"/>
          </a:xfrm>
          <a:prstGeom prst="rect">
            <a:avLst/>
          </a:prstGeom>
          <a:noFill/>
          <a:ln/>
        </p:spPr>
        <p:txBody>
          <a:bodyPr wrap="square" lIns="0" tIns="0" rIns="0" bIns="0" rtlCol="0" anchor="t"/>
          <a:lstStyle/>
          <a:p>
            <a:pPr marL="0" indent="0">
              <a:lnSpc>
                <a:spcPct val="105000"/>
              </a:lnSpc>
              <a:buNone/>
            </a:pPr>
            <a:r>
              <a:rPr lang="en-US" sz="1500" dirty="0">
                <a:solidFill>
                  <a:srgbClr val="2B2F34"/>
                </a:solidFill>
                <a:latin typeface="맑은 고딕" pitchFamily="34" charset="0"/>
                <a:ea typeface="맑은 고딕" pitchFamily="34" charset="-122"/>
                <a:cs typeface="맑은 고딕" pitchFamily="34" charset="-120"/>
              </a:rPr>
              <a:t>국내 건축물 중 30년 이상 노후 건축물 약 44.4%</a:t>
            </a:r>
            <a:endParaRPr lang="en-US" sz="1500" dirty="0"/>
          </a:p>
        </p:txBody>
      </p:sp>
      <p:sp>
        <p:nvSpPr>
          <p:cNvPr id="13" name="Shape 10"/>
          <p:cNvSpPr/>
          <p:nvPr/>
        </p:nvSpPr>
        <p:spPr>
          <a:xfrm>
            <a:off x="640080" y="4754880"/>
            <a:ext cx="6355080" cy="1371600"/>
          </a:xfrm>
          <a:prstGeom prst="rect">
            <a:avLst/>
          </a:prstGeom>
          <a:solidFill>
            <a:srgbClr val="F4F5F6"/>
          </a:solidFill>
          <a:ln/>
        </p:spPr>
      </p:sp>
      <p:sp>
        <p:nvSpPr>
          <p:cNvPr id="14" name="Text 11"/>
          <p:cNvSpPr txBox="1"/>
          <p:nvPr/>
        </p:nvSpPr>
        <p:spPr>
          <a:xfrm>
            <a:off x="868680" y="4919472"/>
            <a:ext cx="5897880" cy="1051560"/>
          </a:xfrm>
          <a:prstGeom prst="rect">
            <a:avLst/>
          </a:prstGeom>
          <a:noFill/>
          <a:ln/>
        </p:spPr>
        <p:txBody>
          <a:bodyPr wrap="square" lIns="0" tIns="0" rIns="0" bIns="0" rtlCol="0" anchor="t"/>
          <a:lstStyle/>
          <a:p>
            <a:pPr marL="0" indent="0" algn="l">
              <a:lnSpc>
                <a:spcPct val="120000"/>
              </a:lnSpc>
              <a:buNone/>
            </a:pPr>
            <a:r>
              <a:rPr lang="en-US" sz="1500" b="1" dirty="0">
                <a:solidFill>
                  <a:srgbClr val="1F2328"/>
                </a:solidFill>
                <a:latin typeface="맑은 고딕" pitchFamily="34" charset="0"/>
                <a:ea typeface="맑은 고딕" pitchFamily="34" charset="-122"/>
                <a:cs typeface="맑은 고딕" pitchFamily="34" charset="-120"/>
              </a:rPr>
              <a:t>→ 고가 전문 장비 없이 스마트폰 사진 + AI만으로</a:t>
            </a:r>
            <a:endParaRPr lang="en-US" sz="1500" dirty="0"/>
          </a:p>
          <a:p>
            <a:pPr marL="0" indent="0" algn="l">
              <a:lnSpc>
                <a:spcPct val="120000"/>
              </a:lnSpc>
              <a:buNone/>
            </a:pPr>
            <a:r>
              <a:rPr lang="en-US" sz="1500" b="1" dirty="0">
                <a:solidFill>
                  <a:srgbClr val="1F2328"/>
                </a:solidFill>
                <a:latin typeface="맑은 고딕" pitchFamily="34" charset="0"/>
                <a:ea typeface="맑은 고딕" pitchFamily="34" charset="-122"/>
                <a:cs typeface="맑은 고딕" pitchFamily="34" charset="-120"/>
              </a:rPr>
              <a:t>균열 탐지 ~ 등급 판정 ~ 보고서 생성을</a:t>
            </a:r>
            <a:endParaRPr lang="en-US" sz="1500" dirty="0"/>
          </a:p>
          <a:p>
            <a:pPr marL="0" indent="0" algn="l">
              <a:lnSpc>
                <a:spcPct val="120000"/>
              </a:lnSpc>
              <a:buNone/>
            </a:pPr>
            <a:r>
              <a:rPr lang="en-US" sz="1500" b="1" dirty="0">
                <a:solidFill>
                  <a:srgbClr val="1F2328"/>
                </a:solidFill>
                <a:latin typeface="맑은 고딕" pitchFamily="34" charset="0"/>
                <a:ea typeface="맑은 고딕" pitchFamily="34" charset="-122"/>
                <a:cs typeface="맑은 고딕" pitchFamily="34" charset="-120"/>
              </a:rPr>
              <a:t>원스톱 처리하는 저비용 서비스를 목표로 설정</a:t>
            </a:r>
            <a:endParaRPr lang="en-US" sz="1500" dirty="0"/>
          </a:p>
        </p:txBody>
      </p:sp>
      <p:pic>
        <p:nvPicPr>
          <p:cNvPr id="15" name="Image 0" descr="노후 건물 붕괴 사고 보도 화면"/>
          <p:cNvPicPr>
            <a:picLocks noChangeAspect="1"/>
          </p:cNvPicPr>
          <p:nvPr/>
        </p:nvPicPr>
        <p:blipFill>
          <a:blip r:embed="rId3"/>
          <a:stretch>
            <a:fillRect/>
          </a:stretch>
        </p:blipFill>
        <p:spPr>
          <a:xfrm>
            <a:off x="8335077" y="1554480"/>
            <a:ext cx="3213795" cy="1950000"/>
          </a:xfrm>
          <a:prstGeom prst="rect">
            <a:avLst/>
          </a:prstGeom>
        </p:spPr>
      </p:pic>
      <p:sp>
        <p:nvSpPr>
          <p:cNvPr id="16" name="Shape 12"/>
          <p:cNvSpPr/>
          <p:nvPr/>
        </p:nvSpPr>
        <p:spPr>
          <a:xfrm>
            <a:off x="8335077" y="1554480"/>
            <a:ext cx="3213795" cy="1950000"/>
          </a:xfrm>
          <a:prstGeom prst="rect">
            <a:avLst/>
          </a:prstGeom>
          <a:ln w="9525">
            <a:solidFill>
              <a:srgbClr val="D9DCE0"/>
            </a:solidFill>
            <a:prstDash val="solid"/>
          </a:ln>
        </p:spPr>
      </p:sp>
      <p:sp>
        <p:nvSpPr>
          <p:cNvPr id="17" name="Text 13"/>
          <p:cNvSpPr txBox="1"/>
          <p:nvPr/>
        </p:nvSpPr>
        <p:spPr>
          <a:xfrm>
            <a:off x="7360920" y="3568480"/>
            <a:ext cx="4187952" cy="274320"/>
          </a:xfrm>
          <a:prstGeom prst="rect">
            <a:avLst/>
          </a:prstGeom>
          <a:noFill/>
          <a:ln/>
        </p:spPr>
        <p:txBody>
          <a:bodyPr wrap="square" lIns="0" tIns="0" rIns="0" bIns="0" rtlCol="0" anchor="t"/>
          <a:lstStyle/>
          <a:p>
            <a:pPr marL="0" indent="0" algn="r">
              <a:lnSpc>
                <a:spcPct val="115000"/>
              </a:lnSpc>
              <a:buNone/>
            </a:pPr>
            <a:r>
              <a:rPr lang="en-US" sz="1100" dirty="0">
                <a:solidFill>
                  <a:srgbClr val="6B7280"/>
                </a:solidFill>
                <a:latin typeface="맑은 고딕" pitchFamily="34" charset="0"/>
                <a:ea typeface="맑은 고딕" pitchFamily="34" charset="-122"/>
                <a:cs typeface="맑은 고딕" pitchFamily="34" charset="-120"/>
              </a:rPr>
              <a:t>그림 1. 붕괴 사고 보도 (YTN, 2025.08)</a:t>
            </a:r>
            <a:endParaRPr lang="en-US" sz="1100" dirty="0"/>
          </a:p>
        </p:txBody>
      </p:sp>
      <p:pic>
        <p:nvPicPr>
          <p:cNvPr id="30" name="Image 1" descr="2026년 10월 붕괴 사고 현장 보도 사진"/>
          <p:cNvPicPr>
            <a:picLocks noChangeAspect="1"/>
          </p:cNvPicPr>
          <p:nvPr/>
        </p:nvPicPr>
        <p:blipFill>
          <a:blip r:embed="rId4"/>
          <a:stretch>
            <a:fillRect/>
          </a:stretch>
        </p:blipFill>
        <p:spPr>
          <a:xfrm>
            <a:off x="8335077" y="3992800"/>
            <a:ext cx="3213795" cy="1950000"/>
          </a:xfrm>
          <a:prstGeom prst="rect">
            <a:avLst/>
          </a:prstGeom>
        </p:spPr>
      </p:pic>
      <p:sp>
        <p:nvSpPr>
          <p:cNvPr id="31" name="Shape 13"/>
          <p:cNvSpPr/>
          <p:nvPr/>
        </p:nvSpPr>
        <p:spPr>
          <a:xfrm>
            <a:off x="8335077" y="3992800"/>
            <a:ext cx="3213795" cy="1950000"/>
          </a:xfrm>
          <a:prstGeom prst="rect">
            <a:avLst/>
          </a:prstGeom>
          <a:ln w="9525">
            <a:solidFill>
              <a:srgbClr val="D9DCE0"/>
            </a:solidFill>
            <a:prstDash val="solid"/>
          </a:ln>
        </p:spPr>
      </p:sp>
      <p:sp>
        <p:nvSpPr>
          <p:cNvPr id="32" name="Text 14"/>
          <p:cNvSpPr txBox="1"/>
          <p:nvPr/>
        </p:nvSpPr>
        <p:spPr>
          <a:xfrm>
            <a:off x="7360920" y="6006800"/>
            <a:ext cx="4187952" cy="274320"/>
          </a:xfrm>
          <a:prstGeom prst="rect">
            <a:avLst/>
          </a:prstGeom>
          <a:noFill/>
          <a:ln/>
        </p:spPr>
        <p:txBody>
          <a:bodyPr wrap="square" lIns="0" tIns="0" rIns="0" bIns="0" rtlCol="0" anchor="t"/>
          <a:lstStyle/>
          <a:p>
            <a:pPr marL="0" indent="0" algn="r">
              <a:lnSpc>
                <a:spcPct val="115000"/>
              </a:lnSpc>
              <a:buNone/>
            </a:pPr>
            <a:r>
              <a:rPr lang="en-US" sz="1100" dirty="0">
                <a:solidFill>
                  <a:srgbClr val="6B7280"/>
                </a:solidFill>
                <a:latin typeface="맑은 고딕" pitchFamily="34" charset="0"/>
                <a:ea typeface="맑은 고딕" pitchFamily="34" charset="-122"/>
                <a:cs typeface="맑은 고딕" pitchFamily="34" charset="-120"/>
              </a:rPr>
              <a:t>그림 2. 대구 마트 천장 붕괴 (대구소방본부, 2026.10)</a:t>
            </a:r>
            <a:endParaRPr lang="en-US" sz="1100" dirty="0"/>
          </a:p>
        </p:txBody>
      </p:sp>
      <p:sp>
        <p:nvSpPr>
          <p:cNvPr id="25" name="Slide Number Placeholder 0"/>
          <p:cNvSpPr>
            <a:spLocks noGrp="1"/>
          </p:cNvSpPr>
          <p:nvPr>
            <p:ph type="sldNum" sz="quarter" idx="4294967295"/>
          </p:nvPr>
        </p:nvSpPr>
        <p:spPr>
          <a:xfrm>
            <a:off x="10634472" y="6455664"/>
            <a:ext cx="9144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latin typeface="맑은 고딕"/>
                <a:ea typeface="맑은 고딕"/>
                <a:cs typeface="맑은 고딕"/>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40080" y="402336"/>
            <a:ext cx="8229600" cy="274320"/>
          </a:xfrm>
          <a:prstGeom prst="rect">
            <a:avLst/>
          </a:prstGeom>
          <a:noFill/>
          <a:ln/>
        </p:spPr>
        <p:txBody>
          <a:bodyPr wrap="square" lIns="0" tIns="0" rIns="0" bIns="0" rtlCol="0" anchor="ctr"/>
          <a:lstStyle/>
          <a:p>
            <a:pPr marL="0" indent="0">
              <a:buNone/>
            </a:pPr>
            <a:r>
              <a:rPr lang="en-US" sz="1200" b="1" kern="0" spc="100" dirty="0">
                <a:solidFill>
                  <a:srgbClr val="B8562E"/>
                </a:solidFill>
                <a:latin typeface="맑은 고딕" pitchFamily="34" charset="0"/>
                <a:ea typeface="맑은 고딕" pitchFamily="34" charset="-122"/>
                <a:cs typeface="맑은 고딕" pitchFamily="34" charset="-120"/>
              </a:rPr>
              <a:t>02 · Related Work</a:t>
            </a:r>
            <a:endParaRPr lang="en-US" sz="1200" dirty="0"/>
          </a:p>
        </p:txBody>
      </p:sp>
      <p:sp>
        <p:nvSpPr>
          <p:cNvPr id="3" name="Text 0"/>
          <p:cNvSpPr>
            <a:spLocks noGrp="1"/>
          </p:cNvSpPr>
          <p:nvPr>
            <p:ph type="title" idx="100" hasCustomPrompt="1"/>
          </p:nvPr>
        </p:nvSpPr>
        <p:spPr>
          <a:xfrm>
            <a:off x="640080" y="731520"/>
            <a:ext cx="10908792" cy="640080"/>
          </a:xfrm>
          <a:prstGeom prst="rect">
            <a:avLst/>
          </a:prstGeom>
          <a:noFill/>
          <a:ln/>
        </p:spPr>
        <p:txBody>
          <a:bodyPr wrap="square" lIns="0" tIns="0" rIns="0" bIns="0" rtlCol="0" anchor="t"/>
          <a:lstStyle/>
          <a:p>
            <a:pPr marL="0" indent="0" algn="l">
              <a:buNone/>
            </a:pPr>
            <a:r>
              <a:rPr lang="en-US" sz="3000" b="1" dirty="0">
                <a:solidFill>
                  <a:srgbClr val="1F2328"/>
                </a:solidFill>
                <a:latin typeface="맑은 고딕" pitchFamily="34" charset="0"/>
                <a:ea typeface="맑은 고딕" pitchFamily="34" charset="-122"/>
                <a:cs typeface="맑은 고딕" pitchFamily="34" charset="-120"/>
              </a:rPr>
              <a:t>관련 연구 및 기존 방식 비교</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10908792" cy="3547872"/>
        </p:xfrm>
        <a:graphic>
          <a:graphicData uri="http://schemas.openxmlformats.org/drawingml/2006/table">
            <a:tbl>
              <a:tblPr/>
              <a:tblGrid>
                <a:gridCol w="155448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3227832">
                  <a:extLst>
                    <a:ext uri="{9D8B030D-6E8A-4147-A177-3AD203B41FA5}">
                      <a16:colId xmlns:a16="http://schemas.microsoft.com/office/drawing/2014/main" val="20003"/>
                    </a:ext>
                  </a:extLst>
                </a:gridCol>
              </a:tblGrid>
              <a:tr h="548640">
                <a:tc>
                  <a:txBody>
                    <a:bodyPr/>
                    <a:lstStyle/>
                    <a:p>
                      <a:pPr marL="0" indent="0" algn="l">
                        <a:buNone/>
                      </a:pPr>
                      <a:r>
                        <a:rPr lang="en-US" sz="1400" b="1" dirty="0">
                          <a:solidFill>
                            <a:srgbClr val="FFFFFF"/>
                          </a:solidFill>
                          <a:latin typeface="맑은 고딕" pitchFamily="34" charset="0"/>
                          <a:ea typeface="맑은 고딕" pitchFamily="34" charset="-122"/>
                          <a:cs typeface="맑은 고딕" pitchFamily="34" charset="-120"/>
                        </a:rPr>
                        <a:t>구분</a:t>
                      </a:r>
                      <a:endParaRPr lang="en-US" sz="1400" dirty="0">
                        <a:latin typeface="맑은 고딕" charset="0"/>
                        <a:ea typeface="맑은 고딕" charset="0"/>
                        <a:cs typeface="맑은 고딕" charset="0"/>
                      </a:endParaRPr>
                    </a:p>
                  </a:txBody>
                  <a:tcPr marL="109728" marR="109728" anchor="ctr">
                    <a:lnL w="9525" cap="flat" cmpd="sng" algn="ctr">
                      <a:solidFill>
                        <a:srgbClr val="D9DCE0"/>
                      </a:solidFill>
                      <a:prstDash val="solid"/>
                      <a:round/>
                      <a:headEnd type="none" w="med" len="med"/>
                      <a:tailEnd type="none" w="med" len="med"/>
                    </a:lnL>
                    <a:lnR w="9525" cap="flat" cmpd="sng" algn="ctr">
                      <a:solidFill>
                        <a:srgbClr val="D9DCE0"/>
                      </a:solidFill>
                      <a:prstDash val="solid"/>
                      <a:round/>
                      <a:headEnd type="none" w="med" len="med"/>
                      <a:tailEnd type="none" w="med" len="med"/>
                    </a:lnR>
                    <a:lnT w="9525" cap="flat" cmpd="sng" algn="ctr">
                      <a:solidFill>
                        <a:srgbClr val="D9DCE0"/>
                      </a:solidFill>
                      <a:prstDash val="solid"/>
                      <a:round/>
                      <a:headEnd type="none" w="med" len="med"/>
                      <a:tailEnd type="none" w="med" len="med"/>
                    </a:lnT>
                    <a:lnB w="9525" cap="flat" cmpd="sng" algn="ctr">
                      <a:solidFill>
                        <a:srgbClr val="D9DCE0"/>
                      </a:solidFill>
                      <a:prstDash val="solid"/>
                      <a:round/>
                      <a:headEnd type="none" w="med" len="med"/>
                      <a:tailEnd type="none" w="med" len="med"/>
                    </a:lnB>
                    <a:solidFill>
                      <a:srgbClr val="2B2F34"/>
                    </a:solidFill>
                  </a:tcPr>
                </a:tc>
                <a:tc>
                  <a:txBody>
                    <a:bodyPr/>
                    <a:lstStyle/>
                    <a:p>
                      <a:pPr marL="0" indent="0" algn="l">
                        <a:buNone/>
                      </a:pPr>
                      <a:r>
                        <a:rPr lang="en-US" sz="1400" b="1" dirty="0">
                          <a:solidFill>
                            <a:srgbClr val="FFFFFF"/>
                          </a:solidFill>
                          <a:latin typeface="맑은 고딕" pitchFamily="34" charset="0"/>
                          <a:ea typeface="맑은 고딕" pitchFamily="34" charset="-122"/>
                          <a:cs typeface="맑은 고딕" pitchFamily="34" charset="-120"/>
                        </a:rPr>
                        <a:t>수기 점검 (기존)</a:t>
                      </a:r>
                      <a:endParaRPr lang="en-US" sz="1400" dirty="0">
                        <a:latin typeface="맑은 고딕" charset="0"/>
                        <a:ea typeface="맑은 고딕" charset="0"/>
                        <a:cs typeface="맑은 고딕" charset="0"/>
                      </a:endParaRPr>
                    </a:p>
                  </a:txBody>
                  <a:tcPr marL="109728" marR="109728" anchor="ctr">
                    <a:lnL w="9525" cap="flat" cmpd="sng" algn="ctr">
                      <a:solidFill>
                        <a:srgbClr val="D9DCE0"/>
                      </a:solidFill>
                      <a:prstDash val="solid"/>
                      <a:round/>
                      <a:headEnd type="none" w="med" len="med"/>
                      <a:tailEnd type="none" w="med" len="med"/>
                    </a:lnL>
                    <a:lnR w="9525" cap="flat" cmpd="sng" algn="ctr">
                      <a:solidFill>
                        <a:srgbClr val="D9DCE0"/>
                      </a:solidFill>
                      <a:prstDash val="solid"/>
                      <a:round/>
                      <a:headEnd type="none" w="med" len="med"/>
                      <a:tailEnd type="none" w="med" len="med"/>
                    </a:lnR>
                    <a:lnT w="9525" cap="flat" cmpd="sng" algn="ctr">
                      <a:solidFill>
                        <a:srgbClr val="D9DCE0"/>
                      </a:solidFill>
                      <a:prstDash val="solid"/>
                      <a:round/>
                      <a:headEnd type="none" w="med" len="med"/>
                      <a:tailEnd type="none" w="med" len="med"/>
                    </a:lnT>
                    <a:lnB w="9525" cap="flat" cmpd="sng" algn="ctr">
                      <a:solidFill>
                        <a:srgbClr val="D9DCE0"/>
                      </a:solidFill>
                      <a:prstDash val="solid"/>
                      <a:round/>
                      <a:headEnd type="none" w="med" len="med"/>
                      <a:tailEnd type="none" w="med" len="med"/>
                    </a:lnB>
                    <a:solidFill>
                      <a:srgbClr val="2B2F34"/>
                    </a:solidFill>
                  </a:tcPr>
                </a:tc>
                <a:tc>
                  <a:txBody>
                    <a:bodyPr/>
                    <a:lstStyle/>
                    <a:p>
                      <a:pPr marL="0" indent="0" algn="l">
                        <a:buNone/>
                      </a:pPr>
                      <a:r>
                        <a:rPr lang="en-US" sz="1400" b="1" dirty="0">
                          <a:solidFill>
                            <a:srgbClr val="FFFFFF"/>
                          </a:solidFill>
                          <a:latin typeface="맑은 고딕" pitchFamily="34" charset="0"/>
                          <a:ea typeface="맑은 고딕" pitchFamily="34" charset="-122"/>
                          <a:cs typeface="맑은 고딕" pitchFamily="34" charset="-120"/>
                        </a:rPr>
                        <a:t>상용 안전점검 서비스</a:t>
                      </a:r>
                      <a:endParaRPr lang="en-US" sz="1400" dirty="0">
                        <a:latin typeface="맑은 고딕" charset="0"/>
                        <a:ea typeface="맑은 고딕" charset="0"/>
                        <a:cs typeface="맑은 고딕" charset="0"/>
                      </a:endParaRPr>
                    </a:p>
                  </a:txBody>
                  <a:tcPr marL="109728" marR="109728" anchor="ctr">
                    <a:lnL w="9525" cap="flat" cmpd="sng" algn="ctr">
                      <a:solidFill>
                        <a:srgbClr val="D9DCE0"/>
                      </a:solidFill>
                      <a:prstDash val="solid"/>
                      <a:round/>
                      <a:headEnd type="none" w="med" len="med"/>
                      <a:tailEnd type="none" w="med" len="med"/>
                    </a:lnL>
                    <a:lnR w="9525" cap="flat" cmpd="sng" algn="ctr">
                      <a:solidFill>
                        <a:srgbClr val="D9DCE0"/>
                      </a:solidFill>
                      <a:prstDash val="solid"/>
                      <a:round/>
                      <a:headEnd type="none" w="med" len="med"/>
                      <a:tailEnd type="none" w="med" len="med"/>
                    </a:lnR>
                    <a:lnT w="9525" cap="flat" cmpd="sng" algn="ctr">
                      <a:solidFill>
                        <a:srgbClr val="D9DCE0"/>
                      </a:solidFill>
                      <a:prstDash val="solid"/>
                      <a:round/>
                      <a:headEnd type="none" w="med" len="med"/>
                      <a:tailEnd type="none" w="med" len="med"/>
                    </a:lnT>
                    <a:lnB w="9525" cap="flat" cmpd="sng" algn="ctr">
                      <a:solidFill>
                        <a:srgbClr val="D9DCE0"/>
                      </a:solidFill>
                      <a:prstDash val="solid"/>
                      <a:round/>
                      <a:headEnd type="none" w="med" len="med"/>
                      <a:tailEnd type="none" w="med" len="med"/>
                    </a:lnB>
                    <a:solidFill>
                      <a:srgbClr val="2B2F34"/>
                    </a:solidFill>
                  </a:tcPr>
                </a:tc>
                <a:tc>
                  <a:txBody>
                    <a:bodyPr/>
                    <a:lstStyle/>
                    <a:p>
                      <a:pPr marL="0" indent="0" algn="l">
                        <a:buNone/>
                      </a:pPr>
                      <a:r>
                        <a:rPr lang="en-US" sz="1400" b="1" dirty="0">
                          <a:solidFill>
                            <a:srgbClr val="FFFFFF"/>
                          </a:solidFill>
                          <a:latin typeface="맑은 고딕" pitchFamily="34" charset="0"/>
                          <a:ea typeface="맑은 고딕" pitchFamily="34" charset="-122"/>
                          <a:cs typeface="맑은 고딕" pitchFamily="34" charset="-120"/>
                        </a:rPr>
                        <a:t>CrackBot (본 프로젝트)</a:t>
                      </a:r>
                      <a:endParaRPr lang="en-US" sz="1400" dirty="0">
                        <a:latin typeface="맑은 고딕" charset="0"/>
                        <a:ea typeface="맑은 고딕" charset="0"/>
                        <a:cs typeface="맑은 고딕" charset="0"/>
                      </a:endParaRPr>
                    </a:p>
                  </a:txBody>
                  <a:tcPr marL="109728" marR="109728" anchor="ctr">
                    <a:lnL w="9525" cap="flat" cmpd="sng" algn="ctr">
                      <a:solidFill>
                        <a:srgbClr val="D9DCE0"/>
                      </a:solidFill>
                      <a:prstDash val="solid"/>
                      <a:round/>
                      <a:headEnd type="none" w="med" len="med"/>
                      <a:tailEnd type="none" w="med" len="med"/>
                    </a:lnL>
                    <a:lnR w="9525" cap="flat" cmpd="sng" algn="ctr">
                      <a:solidFill>
                        <a:srgbClr val="D9DCE0"/>
                      </a:solidFill>
                      <a:prstDash val="solid"/>
                      <a:round/>
                      <a:headEnd type="none" w="med" len="med"/>
                      <a:tailEnd type="none" w="med" len="med"/>
                    </a:lnR>
                    <a:lnT w="9525" cap="flat" cmpd="sng" algn="ctr">
                      <a:solidFill>
                        <a:srgbClr val="D9DCE0"/>
                      </a:solidFill>
                      <a:prstDash val="solid"/>
                      <a:round/>
                      <a:headEnd type="none" w="med" len="med"/>
                      <a:tailEnd type="none" w="med" len="med"/>
                    </a:lnT>
                    <a:lnB w="9525" cap="flat" cmpd="sng" algn="ctr">
                      <a:solidFill>
                        <a:srgbClr val="D9DCE0"/>
                      </a:solidFill>
                      <a:prstDash val="solid"/>
                      <a:round/>
                      <a:headEnd type="none" w="med" len="med"/>
                      <a:tailEnd type="none" w="med" len="med"/>
                    </a:lnB>
                    <a:solidFill>
                      <a:srgbClr val="2B2F34"/>
                    </a:solidFill>
                  </a:tcPr>
                </a:tc>
                <a:extLst>
                  <a:ext uri="{0D108BD9-81ED-4DB2-BD59-A6C34878D82A}">
                    <a16:rowId xmlns:a16="http://schemas.microsoft.com/office/drawing/2014/main" val="10000"/>
                  </a:ext>
                </a:extLst>
              </a:tr>
              <a:tr h="749808">
                <a:tc>
                  <a:txBody>
                    <a:bodyPr/>
                    <a:lstStyle/>
                    <a:p>
                      <a:pPr marL="0" indent="0" algn="l">
                        <a:buNone/>
                      </a:pPr>
                      <a:r>
                        <a:rPr lang="en-US" sz="1400" b="1" dirty="0">
                          <a:solidFill>
                            <a:srgbClr val="1F2328"/>
                          </a:solidFill>
                          <a:latin typeface="맑은 고딕" pitchFamily="34" charset="0"/>
                          <a:ea typeface="맑은 고딕" pitchFamily="34" charset="-122"/>
                          <a:cs typeface="맑은 고딕" pitchFamily="34" charset="-120"/>
                        </a:rPr>
                        <a:t>소요 시간</a:t>
                      </a:r>
                      <a:endParaRPr lang="en-US" sz="1400" dirty="0">
                        <a:latin typeface="맑은 고딕" charset="0"/>
                        <a:ea typeface="맑은 고딕" charset="0"/>
                        <a:cs typeface="맑은 고딕" charset="0"/>
                      </a:endParaRPr>
                    </a:p>
                  </a:txBody>
                  <a:tcPr marL="109728" marR="109728" anchor="ctr">
                    <a:lnL w="9525" cap="flat" cmpd="sng" algn="ctr">
                      <a:solidFill>
                        <a:srgbClr val="D9DCE0"/>
                      </a:solidFill>
                      <a:prstDash val="solid"/>
                      <a:round/>
                      <a:headEnd type="none" w="med" len="med"/>
                      <a:tailEnd type="none" w="med" len="med"/>
                    </a:lnL>
                    <a:lnR w="9525" cap="flat" cmpd="sng" algn="ctr">
                      <a:solidFill>
                        <a:srgbClr val="D9DCE0"/>
                      </a:solidFill>
                      <a:prstDash val="solid"/>
                      <a:round/>
                      <a:headEnd type="none" w="med" len="med"/>
                      <a:tailEnd type="none" w="med" len="med"/>
                    </a:lnR>
                    <a:lnT w="9525" cap="flat" cmpd="sng" algn="ctr">
                      <a:solidFill>
                        <a:srgbClr val="D9DCE0"/>
                      </a:solidFill>
                      <a:prstDash val="solid"/>
                      <a:round/>
                      <a:headEnd type="none" w="med" len="med"/>
                      <a:tailEnd type="none" w="med" len="med"/>
                    </a:lnT>
                    <a:lnB w="9525" cap="flat" cmpd="sng" algn="ctr">
                      <a:solidFill>
                        <a:srgbClr val="D9DCE0"/>
                      </a:solidFill>
                      <a:prstDash val="solid"/>
                      <a:round/>
                      <a:headEnd type="none" w="med" len="med"/>
                      <a:tailEnd type="none" w="med" len="med"/>
                    </a:lnB>
                    <a:solidFill>
                      <a:srgbClr val="F4F5F6"/>
                    </a:solidFill>
                  </a:tcPr>
                </a:tc>
                <a:tc>
                  <a:txBody>
                    <a:bodyPr/>
                    <a:lstStyle/>
                    <a:p>
                      <a:pPr marL="0" indent="0" algn="l">
                        <a:buNone/>
                      </a:pPr>
                      <a:r>
                        <a:rPr lang="en-US" sz="1400" dirty="0">
                          <a:solidFill>
                            <a:srgbClr val="2B2F34"/>
                          </a:solidFill>
                          <a:latin typeface="맑은 고딕" pitchFamily="34" charset="0"/>
                          <a:ea typeface="맑은 고딕" pitchFamily="34" charset="-122"/>
                          <a:cs typeface="맑은 고딕" pitchFamily="34" charset="-120"/>
                        </a:rPr>
                        <a:t>탐지~보고서 최대 1주일</a:t>
                      </a:r>
                      <a:endParaRPr lang="en-US" sz="1400" dirty="0">
                        <a:latin typeface="맑은 고딕" charset="0"/>
                        <a:ea typeface="맑은 고딕" charset="0"/>
                        <a:cs typeface="맑은 고딕" charset="0"/>
                      </a:endParaRPr>
                    </a:p>
                  </a:txBody>
                  <a:tcPr marL="109728" marR="109728" anchor="ctr">
                    <a:lnL w="9525" cap="flat" cmpd="sng" algn="ctr">
                      <a:solidFill>
                        <a:srgbClr val="D9DCE0"/>
                      </a:solidFill>
                      <a:prstDash val="solid"/>
                      <a:round/>
                      <a:headEnd type="none" w="med" len="med"/>
                      <a:tailEnd type="none" w="med" len="med"/>
                    </a:lnL>
                    <a:lnR w="9525" cap="flat" cmpd="sng" algn="ctr">
                      <a:solidFill>
                        <a:srgbClr val="D9DCE0"/>
                      </a:solidFill>
                      <a:prstDash val="solid"/>
                      <a:round/>
                      <a:headEnd type="none" w="med" len="med"/>
                      <a:tailEnd type="none" w="med" len="med"/>
                    </a:lnR>
                    <a:lnT w="9525" cap="flat" cmpd="sng" algn="ctr">
                      <a:solidFill>
                        <a:srgbClr val="D9DCE0"/>
                      </a:solidFill>
                      <a:prstDash val="solid"/>
                      <a:round/>
                      <a:headEnd type="none" w="med" len="med"/>
                      <a:tailEnd type="none" w="med" len="med"/>
                    </a:lnT>
                    <a:lnB w="9525" cap="flat" cmpd="sng" algn="ctr">
                      <a:solidFill>
                        <a:srgbClr val="D9DCE0"/>
                      </a:solidFill>
                      <a:prstDash val="solid"/>
                      <a:round/>
                      <a:headEnd type="none" w="med" len="med"/>
                      <a:tailEnd type="none" w="med" len="med"/>
                    </a:lnB>
                  </a:tcPr>
                </a:tc>
                <a:tc>
                  <a:txBody>
                    <a:bodyPr/>
                    <a:lstStyle/>
                    <a:p>
                      <a:pPr marL="0" indent="0" algn="l">
                        <a:buNone/>
                      </a:pPr>
                      <a:r>
                        <a:rPr lang="en-US" sz="1400" dirty="0">
                          <a:solidFill>
                            <a:srgbClr val="2B2F34"/>
                          </a:solidFill>
                          <a:latin typeface="맑은 고딕" pitchFamily="34" charset="0"/>
                          <a:ea typeface="맑은 고딕" pitchFamily="34" charset="-122"/>
                          <a:cs typeface="맑은 고딕" pitchFamily="34" charset="-120"/>
                        </a:rPr>
                        <a:t>수일~수주 소요</a:t>
                      </a:r>
                      <a:endParaRPr lang="en-US" sz="1400" dirty="0">
                        <a:latin typeface="맑은 고딕" charset="0"/>
                        <a:ea typeface="맑은 고딕" charset="0"/>
                        <a:cs typeface="맑은 고딕" charset="0"/>
                      </a:endParaRPr>
                    </a:p>
                  </a:txBody>
                  <a:tcPr marL="109728" marR="109728" anchor="ctr">
                    <a:lnL w="9525" cap="flat" cmpd="sng" algn="ctr">
                      <a:solidFill>
                        <a:srgbClr val="D9DCE0"/>
                      </a:solidFill>
                      <a:prstDash val="solid"/>
                      <a:round/>
                      <a:headEnd type="none" w="med" len="med"/>
                      <a:tailEnd type="none" w="med" len="med"/>
                    </a:lnL>
                    <a:lnR w="9525" cap="flat" cmpd="sng" algn="ctr">
                      <a:solidFill>
                        <a:srgbClr val="D9DCE0"/>
                      </a:solidFill>
                      <a:prstDash val="solid"/>
                      <a:round/>
                      <a:headEnd type="none" w="med" len="med"/>
                      <a:tailEnd type="none" w="med" len="med"/>
                    </a:lnR>
                    <a:lnT w="9525" cap="flat" cmpd="sng" algn="ctr">
                      <a:solidFill>
                        <a:srgbClr val="D9DCE0"/>
                      </a:solidFill>
                      <a:prstDash val="solid"/>
                      <a:round/>
                      <a:headEnd type="none" w="med" len="med"/>
                      <a:tailEnd type="none" w="med" len="med"/>
                    </a:lnT>
                    <a:lnB w="9525" cap="flat" cmpd="sng" algn="ctr">
                      <a:solidFill>
                        <a:srgbClr val="D9DCE0"/>
                      </a:solidFill>
                      <a:prstDash val="solid"/>
                      <a:round/>
                      <a:headEnd type="none" w="med" len="med"/>
                      <a:tailEnd type="none" w="med" len="med"/>
                    </a:lnB>
                  </a:tcPr>
                </a:tc>
                <a:tc>
                  <a:txBody>
                    <a:bodyPr/>
                    <a:lstStyle/>
                    <a:p>
                      <a:pPr marL="0" indent="0" algn="l">
                        <a:buNone/>
                      </a:pPr>
                      <a:r>
                        <a:rPr lang="en-US" sz="1400" b="1" dirty="0">
                          <a:solidFill>
                            <a:srgbClr val="1F2328"/>
                          </a:solidFill>
                          <a:latin typeface="맑은 고딕" pitchFamily="34" charset="0"/>
                          <a:ea typeface="맑은 고딕" pitchFamily="34" charset="-122"/>
                          <a:cs typeface="맑은 고딕" pitchFamily="34" charset="-120"/>
                        </a:rPr>
                        <a:t>촬영 즉시 ~ 분 단위</a:t>
                      </a:r>
                      <a:endParaRPr lang="en-US" sz="1400" dirty="0">
                        <a:latin typeface="맑은 고딕" charset="0"/>
                        <a:ea typeface="맑은 고딕" charset="0"/>
                        <a:cs typeface="맑은 고딕" charset="0"/>
                      </a:endParaRPr>
                    </a:p>
                  </a:txBody>
                  <a:tcPr marL="109728" marR="109728" anchor="ctr">
                    <a:lnL w="9525" cap="flat" cmpd="sng" algn="ctr">
                      <a:solidFill>
                        <a:srgbClr val="D9DCE0"/>
                      </a:solidFill>
                      <a:prstDash val="solid"/>
                      <a:round/>
                      <a:headEnd type="none" w="med" len="med"/>
                      <a:tailEnd type="none" w="med" len="med"/>
                    </a:lnL>
                    <a:lnR w="9525" cap="flat" cmpd="sng" algn="ctr">
                      <a:solidFill>
                        <a:srgbClr val="D9DCE0"/>
                      </a:solidFill>
                      <a:prstDash val="solid"/>
                      <a:round/>
                      <a:headEnd type="none" w="med" len="med"/>
                      <a:tailEnd type="none" w="med" len="med"/>
                    </a:lnR>
                    <a:lnT w="9525" cap="flat" cmpd="sng" algn="ctr">
                      <a:solidFill>
                        <a:srgbClr val="D9DCE0"/>
                      </a:solidFill>
                      <a:prstDash val="solid"/>
                      <a:round/>
                      <a:headEnd type="none" w="med" len="med"/>
                      <a:tailEnd type="none" w="med" len="med"/>
                    </a:lnT>
                    <a:lnB w="9525" cap="flat" cmpd="sng" algn="ctr">
                      <a:solidFill>
                        <a:srgbClr val="D9DCE0"/>
                      </a:solidFill>
                      <a:prstDash val="solid"/>
                      <a:round/>
                      <a:headEnd type="none" w="med" len="med"/>
                      <a:tailEnd type="none" w="med" len="med"/>
                    </a:lnB>
                    <a:solidFill>
                      <a:srgbClr val="F8EEE8"/>
                    </a:solidFill>
                  </a:tcPr>
                </a:tc>
                <a:extLst>
                  <a:ext uri="{0D108BD9-81ED-4DB2-BD59-A6C34878D82A}">
                    <a16:rowId xmlns:a16="http://schemas.microsoft.com/office/drawing/2014/main" val="10001"/>
                  </a:ext>
                </a:extLst>
              </a:tr>
              <a:tr h="749808">
                <a:tc>
                  <a:txBody>
                    <a:bodyPr/>
                    <a:lstStyle/>
                    <a:p>
                      <a:pPr marL="0" indent="0" algn="l">
                        <a:buNone/>
                      </a:pPr>
                      <a:r>
                        <a:rPr lang="en-US" sz="1400" b="1" dirty="0">
                          <a:solidFill>
                            <a:srgbClr val="1F2328"/>
                          </a:solidFill>
                          <a:latin typeface="맑은 고딕" pitchFamily="34" charset="0"/>
                          <a:ea typeface="맑은 고딕" pitchFamily="34" charset="-122"/>
                          <a:cs typeface="맑은 고딕" pitchFamily="34" charset="-120"/>
                        </a:rPr>
                        <a:t>비용</a:t>
                      </a:r>
                      <a:endParaRPr lang="en-US" sz="1400" dirty="0">
                        <a:latin typeface="맑은 고딕" charset="0"/>
                        <a:ea typeface="맑은 고딕" charset="0"/>
                        <a:cs typeface="맑은 고딕" charset="0"/>
                      </a:endParaRPr>
                    </a:p>
                  </a:txBody>
                  <a:tcPr marL="109728" marR="109728" anchor="ctr">
                    <a:lnL w="9525" cap="flat" cmpd="sng" algn="ctr">
                      <a:solidFill>
                        <a:srgbClr val="D9DCE0"/>
                      </a:solidFill>
                      <a:prstDash val="solid"/>
                      <a:round/>
                      <a:headEnd type="none" w="med" len="med"/>
                      <a:tailEnd type="none" w="med" len="med"/>
                    </a:lnL>
                    <a:lnR w="9525" cap="flat" cmpd="sng" algn="ctr">
                      <a:solidFill>
                        <a:srgbClr val="D9DCE0"/>
                      </a:solidFill>
                      <a:prstDash val="solid"/>
                      <a:round/>
                      <a:headEnd type="none" w="med" len="med"/>
                      <a:tailEnd type="none" w="med" len="med"/>
                    </a:lnR>
                    <a:lnT w="9525" cap="flat" cmpd="sng" algn="ctr">
                      <a:solidFill>
                        <a:srgbClr val="D9DCE0"/>
                      </a:solidFill>
                      <a:prstDash val="solid"/>
                      <a:round/>
                      <a:headEnd type="none" w="med" len="med"/>
                      <a:tailEnd type="none" w="med" len="med"/>
                    </a:lnT>
                    <a:lnB w="9525" cap="flat" cmpd="sng" algn="ctr">
                      <a:solidFill>
                        <a:srgbClr val="D9DCE0"/>
                      </a:solidFill>
                      <a:prstDash val="solid"/>
                      <a:round/>
                      <a:headEnd type="none" w="med" len="med"/>
                      <a:tailEnd type="none" w="med" len="med"/>
                    </a:lnB>
                    <a:solidFill>
                      <a:srgbClr val="F4F5F6"/>
                    </a:solidFill>
                  </a:tcPr>
                </a:tc>
                <a:tc>
                  <a:txBody>
                    <a:bodyPr/>
                    <a:lstStyle/>
                    <a:p>
                      <a:pPr marL="0" indent="0" algn="l">
                        <a:buNone/>
                      </a:pPr>
                      <a:r>
                        <a:rPr lang="en-US" sz="1400" dirty="0">
                          <a:solidFill>
                            <a:srgbClr val="2B2F34"/>
                          </a:solidFill>
                          <a:latin typeface="맑은 고딕" pitchFamily="34" charset="0"/>
                          <a:ea typeface="맑은 고딕" pitchFamily="34" charset="-122"/>
                          <a:cs typeface="맑은 고딕" pitchFamily="34" charset="-120"/>
                        </a:rPr>
                        <a:t>인건비 중심</a:t>
                      </a:r>
                      <a:endParaRPr lang="en-US" sz="1400" dirty="0">
                        <a:latin typeface="맑은 고딕" charset="0"/>
                        <a:ea typeface="맑은 고딕" charset="0"/>
                        <a:cs typeface="맑은 고딕" charset="0"/>
                      </a:endParaRPr>
                    </a:p>
                  </a:txBody>
                  <a:tcPr marL="109728" marR="109728" anchor="ctr">
                    <a:lnL w="9525" cap="flat" cmpd="sng" algn="ctr">
                      <a:solidFill>
                        <a:srgbClr val="D9DCE0"/>
                      </a:solidFill>
                      <a:prstDash val="solid"/>
                      <a:round/>
                      <a:headEnd type="none" w="med" len="med"/>
                      <a:tailEnd type="none" w="med" len="med"/>
                    </a:lnL>
                    <a:lnR w="9525" cap="flat" cmpd="sng" algn="ctr">
                      <a:solidFill>
                        <a:srgbClr val="D9DCE0"/>
                      </a:solidFill>
                      <a:prstDash val="solid"/>
                      <a:round/>
                      <a:headEnd type="none" w="med" len="med"/>
                      <a:tailEnd type="none" w="med" len="med"/>
                    </a:lnR>
                    <a:lnT w="9525" cap="flat" cmpd="sng" algn="ctr">
                      <a:solidFill>
                        <a:srgbClr val="D9DCE0"/>
                      </a:solidFill>
                      <a:prstDash val="solid"/>
                      <a:round/>
                      <a:headEnd type="none" w="med" len="med"/>
                      <a:tailEnd type="none" w="med" len="med"/>
                    </a:lnT>
                    <a:lnB w="9525" cap="flat" cmpd="sng" algn="ctr">
                      <a:solidFill>
                        <a:srgbClr val="D9DCE0"/>
                      </a:solidFill>
                      <a:prstDash val="solid"/>
                      <a:round/>
                      <a:headEnd type="none" w="med" len="med"/>
                      <a:tailEnd type="none" w="med" len="med"/>
                    </a:lnB>
                  </a:tcPr>
                </a:tc>
                <a:tc>
                  <a:txBody>
                    <a:bodyPr/>
                    <a:lstStyle/>
                    <a:p>
                      <a:pPr marL="0" indent="0" algn="l">
                        <a:buNone/>
                      </a:pPr>
                      <a:r>
                        <a:rPr lang="en-US" sz="1400" dirty="0">
                          <a:solidFill>
                            <a:srgbClr val="2B2F34"/>
                          </a:solidFill>
                          <a:latin typeface="맑은 고딕" pitchFamily="34" charset="0"/>
                          <a:ea typeface="맑은 고딕" pitchFamily="34" charset="-122"/>
                          <a:cs typeface="맑은 고딕" pitchFamily="34" charset="-120"/>
                        </a:rPr>
                        <a:t>고가 전문 장비·인력 필요</a:t>
                      </a:r>
                      <a:endParaRPr lang="en-US" sz="1400" dirty="0">
                        <a:latin typeface="맑은 고딕" charset="0"/>
                        <a:ea typeface="맑은 고딕" charset="0"/>
                        <a:cs typeface="맑은 고딕" charset="0"/>
                      </a:endParaRPr>
                    </a:p>
                  </a:txBody>
                  <a:tcPr marL="109728" marR="109728" anchor="ctr">
                    <a:lnL w="9525" cap="flat" cmpd="sng" algn="ctr">
                      <a:solidFill>
                        <a:srgbClr val="D9DCE0"/>
                      </a:solidFill>
                      <a:prstDash val="solid"/>
                      <a:round/>
                      <a:headEnd type="none" w="med" len="med"/>
                      <a:tailEnd type="none" w="med" len="med"/>
                    </a:lnL>
                    <a:lnR w="9525" cap="flat" cmpd="sng" algn="ctr">
                      <a:solidFill>
                        <a:srgbClr val="D9DCE0"/>
                      </a:solidFill>
                      <a:prstDash val="solid"/>
                      <a:round/>
                      <a:headEnd type="none" w="med" len="med"/>
                      <a:tailEnd type="none" w="med" len="med"/>
                    </a:lnR>
                    <a:lnT w="9525" cap="flat" cmpd="sng" algn="ctr">
                      <a:solidFill>
                        <a:srgbClr val="D9DCE0"/>
                      </a:solidFill>
                      <a:prstDash val="solid"/>
                      <a:round/>
                      <a:headEnd type="none" w="med" len="med"/>
                      <a:tailEnd type="none" w="med" len="med"/>
                    </a:lnT>
                    <a:lnB w="9525" cap="flat" cmpd="sng" algn="ctr">
                      <a:solidFill>
                        <a:srgbClr val="D9DCE0"/>
                      </a:solidFill>
                      <a:prstDash val="solid"/>
                      <a:round/>
                      <a:headEnd type="none" w="med" len="med"/>
                      <a:tailEnd type="none" w="med" len="med"/>
                    </a:lnB>
                  </a:tcPr>
                </a:tc>
                <a:tc>
                  <a:txBody>
                    <a:bodyPr/>
                    <a:lstStyle/>
                    <a:p>
                      <a:pPr marL="0" indent="0" algn="l">
                        <a:buNone/>
                      </a:pPr>
                      <a:r>
                        <a:rPr lang="en-US" sz="1400" b="1" dirty="0">
                          <a:solidFill>
                            <a:srgbClr val="1F2328"/>
                          </a:solidFill>
                          <a:latin typeface="맑은 고딕" pitchFamily="34" charset="0"/>
                          <a:ea typeface="맑은 고딕" pitchFamily="34" charset="-122"/>
                          <a:cs typeface="맑은 고딕" pitchFamily="34" charset="-120"/>
                        </a:rPr>
                        <a:t>스마트폰만으로 저비용</a:t>
                      </a:r>
                      <a:endParaRPr lang="en-US" sz="1400" dirty="0">
                        <a:latin typeface="맑은 고딕" charset="0"/>
                        <a:ea typeface="맑은 고딕" charset="0"/>
                        <a:cs typeface="맑은 고딕" charset="0"/>
                      </a:endParaRPr>
                    </a:p>
                  </a:txBody>
                  <a:tcPr marL="109728" marR="109728" anchor="ctr">
                    <a:lnL w="9525" cap="flat" cmpd="sng" algn="ctr">
                      <a:solidFill>
                        <a:srgbClr val="D9DCE0"/>
                      </a:solidFill>
                      <a:prstDash val="solid"/>
                      <a:round/>
                      <a:headEnd type="none" w="med" len="med"/>
                      <a:tailEnd type="none" w="med" len="med"/>
                    </a:lnL>
                    <a:lnR w="9525" cap="flat" cmpd="sng" algn="ctr">
                      <a:solidFill>
                        <a:srgbClr val="D9DCE0"/>
                      </a:solidFill>
                      <a:prstDash val="solid"/>
                      <a:round/>
                      <a:headEnd type="none" w="med" len="med"/>
                      <a:tailEnd type="none" w="med" len="med"/>
                    </a:lnR>
                    <a:lnT w="9525" cap="flat" cmpd="sng" algn="ctr">
                      <a:solidFill>
                        <a:srgbClr val="D9DCE0"/>
                      </a:solidFill>
                      <a:prstDash val="solid"/>
                      <a:round/>
                      <a:headEnd type="none" w="med" len="med"/>
                      <a:tailEnd type="none" w="med" len="med"/>
                    </a:lnT>
                    <a:lnB w="9525" cap="flat" cmpd="sng" algn="ctr">
                      <a:solidFill>
                        <a:srgbClr val="D9DCE0"/>
                      </a:solidFill>
                      <a:prstDash val="solid"/>
                      <a:round/>
                      <a:headEnd type="none" w="med" len="med"/>
                      <a:tailEnd type="none" w="med" len="med"/>
                    </a:lnB>
                    <a:solidFill>
                      <a:srgbClr val="F8EEE8"/>
                    </a:solidFill>
                  </a:tcPr>
                </a:tc>
                <a:extLst>
                  <a:ext uri="{0D108BD9-81ED-4DB2-BD59-A6C34878D82A}">
                    <a16:rowId xmlns:a16="http://schemas.microsoft.com/office/drawing/2014/main" val="10002"/>
                  </a:ext>
                </a:extLst>
              </a:tr>
              <a:tr h="749808">
                <a:tc>
                  <a:txBody>
                    <a:bodyPr/>
                    <a:lstStyle/>
                    <a:p>
                      <a:pPr marL="0" indent="0" algn="l">
                        <a:buNone/>
                      </a:pPr>
                      <a:r>
                        <a:rPr lang="en-US" sz="1400" b="1" dirty="0">
                          <a:solidFill>
                            <a:srgbClr val="1F2328"/>
                          </a:solidFill>
                          <a:latin typeface="맑은 고딕" pitchFamily="34" charset="0"/>
                          <a:ea typeface="맑은 고딕" pitchFamily="34" charset="-122"/>
                          <a:cs typeface="맑은 고딕" pitchFamily="34" charset="-120"/>
                        </a:rPr>
                        <a:t>판정 방식</a:t>
                      </a:r>
                      <a:endParaRPr lang="en-US" sz="1400" dirty="0">
                        <a:latin typeface="맑은 고딕" charset="0"/>
                        <a:ea typeface="맑은 고딕" charset="0"/>
                        <a:cs typeface="맑은 고딕" charset="0"/>
                      </a:endParaRPr>
                    </a:p>
                  </a:txBody>
                  <a:tcPr marL="109728" marR="109728" anchor="ctr">
                    <a:lnL w="9525" cap="flat" cmpd="sng" algn="ctr">
                      <a:solidFill>
                        <a:srgbClr val="D9DCE0"/>
                      </a:solidFill>
                      <a:prstDash val="solid"/>
                      <a:round/>
                      <a:headEnd type="none" w="med" len="med"/>
                      <a:tailEnd type="none" w="med" len="med"/>
                    </a:lnL>
                    <a:lnR w="9525" cap="flat" cmpd="sng" algn="ctr">
                      <a:solidFill>
                        <a:srgbClr val="D9DCE0"/>
                      </a:solidFill>
                      <a:prstDash val="solid"/>
                      <a:round/>
                      <a:headEnd type="none" w="med" len="med"/>
                      <a:tailEnd type="none" w="med" len="med"/>
                    </a:lnR>
                    <a:lnT w="9525" cap="flat" cmpd="sng" algn="ctr">
                      <a:solidFill>
                        <a:srgbClr val="D9DCE0"/>
                      </a:solidFill>
                      <a:prstDash val="solid"/>
                      <a:round/>
                      <a:headEnd type="none" w="med" len="med"/>
                      <a:tailEnd type="none" w="med" len="med"/>
                    </a:lnT>
                    <a:lnB w="9525" cap="flat" cmpd="sng" algn="ctr">
                      <a:solidFill>
                        <a:srgbClr val="D9DCE0"/>
                      </a:solidFill>
                      <a:prstDash val="solid"/>
                      <a:round/>
                      <a:headEnd type="none" w="med" len="med"/>
                      <a:tailEnd type="none" w="med" len="med"/>
                    </a:lnB>
                    <a:solidFill>
                      <a:srgbClr val="F4F5F6"/>
                    </a:solidFill>
                  </a:tcPr>
                </a:tc>
                <a:tc>
                  <a:txBody>
                    <a:bodyPr/>
                    <a:lstStyle/>
                    <a:p>
                      <a:pPr marL="0" indent="0" algn="l">
                        <a:buNone/>
                      </a:pPr>
                      <a:r>
                        <a:rPr lang="en-US" sz="1400" dirty="0">
                          <a:solidFill>
                            <a:srgbClr val="2B2F34"/>
                          </a:solidFill>
                          <a:latin typeface="맑은 고딕" pitchFamily="34" charset="0"/>
                          <a:ea typeface="맑은 고딕" pitchFamily="34" charset="-122"/>
                          <a:cs typeface="맑은 고딕" pitchFamily="34" charset="-120"/>
                        </a:rPr>
                        <a:t>작업자 주관적 판단</a:t>
                      </a:r>
                      <a:endParaRPr lang="en-US" sz="1400" dirty="0">
                        <a:latin typeface="맑은 고딕" charset="0"/>
                        <a:ea typeface="맑은 고딕" charset="0"/>
                        <a:cs typeface="맑은 고딕" charset="0"/>
                      </a:endParaRPr>
                    </a:p>
                  </a:txBody>
                  <a:tcPr marL="109728" marR="109728" anchor="ctr">
                    <a:lnL w="9525" cap="flat" cmpd="sng" algn="ctr">
                      <a:solidFill>
                        <a:srgbClr val="D9DCE0"/>
                      </a:solidFill>
                      <a:prstDash val="solid"/>
                      <a:round/>
                      <a:headEnd type="none" w="med" len="med"/>
                      <a:tailEnd type="none" w="med" len="med"/>
                    </a:lnL>
                    <a:lnR w="9525" cap="flat" cmpd="sng" algn="ctr">
                      <a:solidFill>
                        <a:srgbClr val="D9DCE0"/>
                      </a:solidFill>
                      <a:prstDash val="solid"/>
                      <a:round/>
                      <a:headEnd type="none" w="med" len="med"/>
                      <a:tailEnd type="none" w="med" len="med"/>
                    </a:lnR>
                    <a:lnT w="9525" cap="flat" cmpd="sng" algn="ctr">
                      <a:solidFill>
                        <a:srgbClr val="D9DCE0"/>
                      </a:solidFill>
                      <a:prstDash val="solid"/>
                      <a:round/>
                      <a:headEnd type="none" w="med" len="med"/>
                      <a:tailEnd type="none" w="med" len="med"/>
                    </a:lnT>
                    <a:lnB w="9525" cap="flat" cmpd="sng" algn="ctr">
                      <a:solidFill>
                        <a:srgbClr val="D9DCE0"/>
                      </a:solidFill>
                      <a:prstDash val="solid"/>
                      <a:round/>
                      <a:headEnd type="none" w="med" len="med"/>
                      <a:tailEnd type="none" w="med" len="med"/>
                    </a:lnB>
                  </a:tcPr>
                </a:tc>
                <a:tc>
                  <a:txBody>
                    <a:bodyPr/>
                    <a:lstStyle/>
                    <a:p>
                      <a:pPr marL="0" indent="0" algn="l">
                        <a:buNone/>
                      </a:pPr>
                      <a:r>
                        <a:rPr lang="en-US" sz="1400" dirty="0">
                          <a:solidFill>
                            <a:srgbClr val="2B2F34"/>
                          </a:solidFill>
                          <a:latin typeface="맑은 고딕" pitchFamily="34" charset="0"/>
                          <a:ea typeface="맑은 고딕" pitchFamily="34" charset="-122"/>
                          <a:cs typeface="맑은 고딕" pitchFamily="34" charset="-120"/>
                        </a:rPr>
                        <a:t>전문 장비 기반 정량 측정</a:t>
                      </a:r>
                      <a:endParaRPr lang="en-US" sz="1400" dirty="0">
                        <a:latin typeface="맑은 고딕" charset="0"/>
                        <a:ea typeface="맑은 고딕" charset="0"/>
                        <a:cs typeface="맑은 고딕" charset="0"/>
                      </a:endParaRPr>
                    </a:p>
                  </a:txBody>
                  <a:tcPr marL="109728" marR="109728" anchor="ctr">
                    <a:lnL w="9525" cap="flat" cmpd="sng" algn="ctr">
                      <a:solidFill>
                        <a:srgbClr val="D9DCE0"/>
                      </a:solidFill>
                      <a:prstDash val="solid"/>
                      <a:round/>
                      <a:headEnd type="none" w="med" len="med"/>
                      <a:tailEnd type="none" w="med" len="med"/>
                    </a:lnL>
                    <a:lnR w="9525" cap="flat" cmpd="sng" algn="ctr">
                      <a:solidFill>
                        <a:srgbClr val="D9DCE0"/>
                      </a:solidFill>
                      <a:prstDash val="solid"/>
                      <a:round/>
                      <a:headEnd type="none" w="med" len="med"/>
                      <a:tailEnd type="none" w="med" len="med"/>
                    </a:lnR>
                    <a:lnT w="9525" cap="flat" cmpd="sng" algn="ctr">
                      <a:solidFill>
                        <a:srgbClr val="D9DCE0"/>
                      </a:solidFill>
                      <a:prstDash val="solid"/>
                      <a:round/>
                      <a:headEnd type="none" w="med" len="med"/>
                      <a:tailEnd type="none" w="med" len="med"/>
                    </a:lnT>
                    <a:lnB w="9525" cap="flat" cmpd="sng" algn="ctr">
                      <a:solidFill>
                        <a:srgbClr val="D9DCE0"/>
                      </a:solidFill>
                      <a:prstDash val="solid"/>
                      <a:round/>
                      <a:headEnd type="none" w="med" len="med"/>
                      <a:tailEnd type="none" w="med" len="med"/>
                    </a:lnB>
                  </a:tcPr>
                </a:tc>
                <a:tc>
                  <a:txBody>
                    <a:bodyPr/>
                    <a:lstStyle/>
                    <a:p>
                      <a:pPr marL="0" indent="0" algn="l">
                        <a:buNone/>
                      </a:pPr>
                      <a:r>
                        <a:rPr lang="en-US" sz="1400" b="1" dirty="0">
                          <a:solidFill>
                            <a:srgbClr val="1F2328"/>
                          </a:solidFill>
                          <a:latin typeface="맑은 고딕" pitchFamily="34" charset="0"/>
                          <a:ea typeface="맑은 고딕" pitchFamily="34" charset="-122"/>
                          <a:cs typeface="맑은 고딕" pitchFamily="34" charset="-120"/>
                        </a:rPr>
                        <a:t>AI 기반 자동 등급(A~E) 산정</a:t>
                      </a:r>
                      <a:endParaRPr lang="en-US" sz="1400" dirty="0">
                        <a:latin typeface="맑은 고딕" charset="0"/>
                        <a:ea typeface="맑은 고딕" charset="0"/>
                        <a:cs typeface="맑은 고딕" charset="0"/>
                      </a:endParaRPr>
                    </a:p>
                  </a:txBody>
                  <a:tcPr marL="109728" marR="109728" anchor="ctr">
                    <a:lnL w="9525" cap="flat" cmpd="sng" algn="ctr">
                      <a:solidFill>
                        <a:srgbClr val="D9DCE0"/>
                      </a:solidFill>
                      <a:prstDash val="solid"/>
                      <a:round/>
                      <a:headEnd type="none" w="med" len="med"/>
                      <a:tailEnd type="none" w="med" len="med"/>
                    </a:lnL>
                    <a:lnR w="9525" cap="flat" cmpd="sng" algn="ctr">
                      <a:solidFill>
                        <a:srgbClr val="D9DCE0"/>
                      </a:solidFill>
                      <a:prstDash val="solid"/>
                      <a:round/>
                      <a:headEnd type="none" w="med" len="med"/>
                      <a:tailEnd type="none" w="med" len="med"/>
                    </a:lnR>
                    <a:lnT w="9525" cap="flat" cmpd="sng" algn="ctr">
                      <a:solidFill>
                        <a:srgbClr val="D9DCE0"/>
                      </a:solidFill>
                      <a:prstDash val="solid"/>
                      <a:round/>
                      <a:headEnd type="none" w="med" len="med"/>
                      <a:tailEnd type="none" w="med" len="med"/>
                    </a:lnT>
                    <a:lnB w="9525" cap="flat" cmpd="sng" algn="ctr">
                      <a:solidFill>
                        <a:srgbClr val="D9DCE0"/>
                      </a:solidFill>
                      <a:prstDash val="solid"/>
                      <a:round/>
                      <a:headEnd type="none" w="med" len="med"/>
                      <a:tailEnd type="none" w="med" len="med"/>
                    </a:lnB>
                    <a:solidFill>
                      <a:srgbClr val="F8EEE8"/>
                    </a:solidFill>
                  </a:tcPr>
                </a:tc>
                <a:extLst>
                  <a:ext uri="{0D108BD9-81ED-4DB2-BD59-A6C34878D82A}">
                    <a16:rowId xmlns:a16="http://schemas.microsoft.com/office/drawing/2014/main" val="10003"/>
                  </a:ext>
                </a:extLst>
              </a:tr>
              <a:tr h="749808">
                <a:tc>
                  <a:txBody>
                    <a:bodyPr/>
                    <a:lstStyle/>
                    <a:p>
                      <a:pPr marL="0" indent="0" algn="l">
                        <a:buNone/>
                      </a:pPr>
                      <a:r>
                        <a:rPr lang="en-US" sz="1400" b="1" dirty="0">
                          <a:solidFill>
                            <a:srgbClr val="1F2328"/>
                          </a:solidFill>
                          <a:latin typeface="맑은 고딕" pitchFamily="34" charset="0"/>
                          <a:ea typeface="맑은 고딕" pitchFamily="34" charset="-122"/>
                          <a:cs typeface="맑은 고딕" pitchFamily="34" charset="-120"/>
                        </a:rPr>
                        <a:t>접근성</a:t>
                      </a:r>
                      <a:endParaRPr lang="en-US" sz="1400" dirty="0">
                        <a:latin typeface="맑은 고딕" charset="0"/>
                        <a:ea typeface="맑은 고딕" charset="0"/>
                        <a:cs typeface="맑은 고딕" charset="0"/>
                      </a:endParaRPr>
                    </a:p>
                  </a:txBody>
                  <a:tcPr marL="109728" marR="109728" anchor="ctr">
                    <a:lnL w="9525" cap="flat" cmpd="sng" algn="ctr">
                      <a:solidFill>
                        <a:srgbClr val="D9DCE0"/>
                      </a:solidFill>
                      <a:prstDash val="solid"/>
                      <a:round/>
                      <a:headEnd type="none" w="med" len="med"/>
                      <a:tailEnd type="none" w="med" len="med"/>
                    </a:lnL>
                    <a:lnR w="9525" cap="flat" cmpd="sng" algn="ctr">
                      <a:solidFill>
                        <a:srgbClr val="D9DCE0"/>
                      </a:solidFill>
                      <a:prstDash val="solid"/>
                      <a:round/>
                      <a:headEnd type="none" w="med" len="med"/>
                      <a:tailEnd type="none" w="med" len="med"/>
                    </a:lnR>
                    <a:lnT w="9525" cap="flat" cmpd="sng" algn="ctr">
                      <a:solidFill>
                        <a:srgbClr val="D9DCE0"/>
                      </a:solidFill>
                      <a:prstDash val="solid"/>
                      <a:round/>
                      <a:headEnd type="none" w="med" len="med"/>
                      <a:tailEnd type="none" w="med" len="med"/>
                    </a:lnT>
                    <a:lnB w="9525" cap="flat" cmpd="sng" algn="ctr">
                      <a:solidFill>
                        <a:srgbClr val="D9DCE0"/>
                      </a:solidFill>
                      <a:prstDash val="solid"/>
                      <a:round/>
                      <a:headEnd type="none" w="med" len="med"/>
                      <a:tailEnd type="none" w="med" len="med"/>
                    </a:lnB>
                    <a:solidFill>
                      <a:srgbClr val="F4F5F6"/>
                    </a:solidFill>
                  </a:tcPr>
                </a:tc>
                <a:tc>
                  <a:txBody>
                    <a:bodyPr/>
                    <a:lstStyle/>
                    <a:p>
                      <a:pPr marL="0" indent="0" algn="l">
                        <a:buNone/>
                      </a:pPr>
                      <a:r>
                        <a:rPr lang="en-US" sz="1400" dirty="0">
                          <a:solidFill>
                            <a:srgbClr val="2B2F34"/>
                          </a:solidFill>
                          <a:latin typeface="맑은 고딕" pitchFamily="34" charset="0"/>
                          <a:ea typeface="맑은 고딕" pitchFamily="34" charset="-122"/>
                          <a:cs typeface="맑은 고딕" pitchFamily="34" charset="-120"/>
                        </a:rPr>
                        <a:t>소규모 노후 건물 사각지대</a:t>
                      </a:r>
                      <a:endParaRPr lang="en-US" sz="1400" dirty="0">
                        <a:latin typeface="맑은 고딕" charset="0"/>
                        <a:ea typeface="맑은 고딕" charset="0"/>
                        <a:cs typeface="맑은 고딕" charset="0"/>
                      </a:endParaRPr>
                    </a:p>
                  </a:txBody>
                  <a:tcPr marL="109728" marR="109728" anchor="ctr">
                    <a:lnL w="9525" cap="flat" cmpd="sng" algn="ctr">
                      <a:solidFill>
                        <a:srgbClr val="D9DCE0"/>
                      </a:solidFill>
                      <a:prstDash val="solid"/>
                      <a:round/>
                      <a:headEnd type="none" w="med" len="med"/>
                      <a:tailEnd type="none" w="med" len="med"/>
                    </a:lnL>
                    <a:lnR w="9525" cap="flat" cmpd="sng" algn="ctr">
                      <a:solidFill>
                        <a:srgbClr val="D9DCE0"/>
                      </a:solidFill>
                      <a:prstDash val="solid"/>
                      <a:round/>
                      <a:headEnd type="none" w="med" len="med"/>
                      <a:tailEnd type="none" w="med" len="med"/>
                    </a:lnR>
                    <a:lnT w="9525" cap="flat" cmpd="sng" algn="ctr">
                      <a:solidFill>
                        <a:srgbClr val="D9DCE0"/>
                      </a:solidFill>
                      <a:prstDash val="solid"/>
                      <a:round/>
                      <a:headEnd type="none" w="med" len="med"/>
                      <a:tailEnd type="none" w="med" len="med"/>
                    </a:lnT>
                    <a:lnB w="9525" cap="flat" cmpd="sng" algn="ctr">
                      <a:solidFill>
                        <a:srgbClr val="D9DCE0"/>
                      </a:solidFill>
                      <a:prstDash val="solid"/>
                      <a:round/>
                      <a:headEnd type="none" w="med" len="med"/>
                      <a:tailEnd type="none" w="med" len="med"/>
                    </a:lnB>
                  </a:tcPr>
                </a:tc>
                <a:tc>
                  <a:txBody>
                    <a:bodyPr/>
                    <a:lstStyle/>
                    <a:p>
                      <a:pPr marL="0" indent="0" algn="l">
                        <a:buNone/>
                      </a:pPr>
                      <a:r>
                        <a:rPr lang="en-US" sz="1400" dirty="0">
                          <a:solidFill>
                            <a:srgbClr val="2B2F34"/>
                          </a:solidFill>
                          <a:latin typeface="맑은 고딕" pitchFamily="34" charset="0"/>
                          <a:ea typeface="맑은 고딕" pitchFamily="34" charset="-122"/>
                          <a:cs typeface="맑은 고딕" pitchFamily="34" charset="-120"/>
                        </a:rPr>
                        <a:t>예산 있는 건물 중심</a:t>
                      </a:r>
                      <a:endParaRPr lang="en-US" sz="1400" dirty="0">
                        <a:latin typeface="맑은 고딕" charset="0"/>
                        <a:ea typeface="맑은 고딕" charset="0"/>
                        <a:cs typeface="맑은 고딕" charset="0"/>
                      </a:endParaRPr>
                    </a:p>
                  </a:txBody>
                  <a:tcPr marL="109728" marR="109728" anchor="ctr">
                    <a:lnL w="9525" cap="flat" cmpd="sng" algn="ctr">
                      <a:solidFill>
                        <a:srgbClr val="D9DCE0"/>
                      </a:solidFill>
                      <a:prstDash val="solid"/>
                      <a:round/>
                      <a:headEnd type="none" w="med" len="med"/>
                      <a:tailEnd type="none" w="med" len="med"/>
                    </a:lnL>
                    <a:lnR w="9525" cap="flat" cmpd="sng" algn="ctr">
                      <a:solidFill>
                        <a:srgbClr val="D9DCE0"/>
                      </a:solidFill>
                      <a:prstDash val="solid"/>
                      <a:round/>
                      <a:headEnd type="none" w="med" len="med"/>
                      <a:tailEnd type="none" w="med" len="med"/>
                    </a:lnR>
                    <a:lnT w="9525" cap="flat" cmpd="sng" algn="ctr">
                      <a:solidFill>
                        <a:srgbClr val="D9DCE0"/>
                      </a:solidFill>
                      <a:prstDash val="solid"/>
                      <a:round/>
                      <a:headEnd type="none" w="med" len="med"/>
                      <a:tailEnd type="none" w="med" len="med"/>
                    </a:lnT>
                    <a:lnB w="9525" cap="flat" cmpd="sng" algn="ctr">
                      <a:solidFill>
                        <a:srgbClr val="D9DCE0"/>
                      </a:solidFill>
                      <a:prstDash val="solid"/>
                      <a:round/>
                      <a:headEnd type="none" w="med" len="med"/>
                      <a:tailEnd type="none" w="med" len="med"/>
                    </a:lnB>
                  </a:tcPr>
                </a:tc>
                <a:tc>
                  <a:txBody>
                    <a:bodyPr/>
                    <a:lstStyle/>
                    <a:p>
                      <a:pPr marL="0" indent="0" algn="l">
                        <a:buNone/>
                      </a:pPr>
                      <a:r>
                        <a:rPr lang="en-US" sz="1400" b="1" dirty="0">
                          <a:solidFill>
                            <a:srgbClr val="1F2328"/>
                          </a:solidFill>
                          <a:latin typeface="맑은 고딕" pitchFamily="34" charset="0"/>
                          <a:ea typeface="맑은 고딕" pitchFamily="34" charset="-122"/>
                          <a:cs typeface="맑은 고딕" pitchFamily="34" charset="-120"/>
                        </a:rPr>
                        <a:t>저비용으로 사각지대 커버 목표</a:t>
                      </a:r>
                      <a:endParaRPr lang="en-US" sz="1400" dirty="0">
                        <a:latin typeface="맑은 고딕" charset="0"/>
                        <a:ea typeface="맑은 고딕" charset="0"/>
                        <a:cs typeface="맑은 고딕" charset="0"/>
                      </a:endParaRPr>
                    </a:p>
                  </a:txBody>
                  <a:tcPr marL="109728" marR="109728" anchor="ctr">
                    <a:lnL w="9525" cap="flat" cmpd="sng" algn="ctr">
                      <a:solidFill>
                        <a:srgbClr val="D9DCE0"/>
                      </a:solidFill>
                      <a:prstDash val="solid"/>
                      <a:round/>
                      <a:headEnd type="none" w="med" len="med"/>
                      <a:tailEnd type="none" w="med" len="med"/>
                    </a:lnL>
                    <a:lnR w="9525" cap="flat" cmpd="sng" algn="ctr">
                      <a:solidFill>
                        <a:srgbClr val="D9DCE0"/>
                      </a:solidFill>
                      <a:prstDash val="solid"/>
                      <a:round/>
                      <a:headEnd type="none" w="med" len="med"/>
                      <a:tailEnd type="none" w="med" len="med"/>
                    </a:lnR>
                    <a:lnT w="9525" cap="flat" cmpd="sng" algn="ctr">
                      <a:solidFill>
                        <a:srgbClr val="D9DCE0"/>
                      </a:solidFill>
                      <a:prstDash val="solid"/>
                      <a:round/>
                      <a:headEnd type="none" w="med" len="med"/>
                      <a:tailEnd type="none" w="med" len="med"/>
                    </a:lnT>
                    <a:lnB w="9525" cap="flat" cmpd="sng" algn="ctr">
                      <a:solidFill>
                        <a:srgbClr val="D9DCE0"/>
                      </a:solidFill>
                      <a:prstDash val="solid"/>
                      <a:round/>
                      <a:headEnd type="none" w="med" len="med"/>
                      <a:tailEnd type="none" w="med" len="med"/>
                    </a:lnB>
                    <a:solidFill>
                      <a:srgbClr val="F8EEE8"/>
                    </a:solidFill>
                  </a:tcPr>
                </a:tc>
                <a:extLst>
                  <a:ext uri="{0D108BD9-81ED-4DB2-BD59-A6C34878D82A}">
                    <a16:rowId xmlns:a16="http://schemas.microsoft.com/office/drawing/2014/main" val="10004"/>
                  </a:ext>
                </a:extLst>
              </a:tr>
            </a:tbl>
          </a:graphicData>
        </a:graphic>
      </p:graphicFrame>
      <p:sp>
        <p:nvSpPr>
          <p:cNvPr id="6" name="Text 2"/>
          <p:cNvSpPr txBox="1"/>
          <p:nvPr/>
        </p:nvSpPr>
        <p:spPr>
          <a:xfrm>
            <a:off x="640080" y="5440680"/>
            <a:ext cx="10908792" cy="365760"/>
          </a:xfrm>
          <a:prstGeom prst="rect">
            <a:avLst/>
          </a:prstGeom>
          <a:noFill/>
          <a:ln/>
        </p:spPr>
        <p:txBody>
          <a:bodyPr wrap="square" lIns="0" tIns="0" rIns="0" bIns="0" rtlCol="0" anchor="t"/>
          <a:lstStyle/>
          <a:p>
            <a:pPr marL="0" indent="0" algn="l">
              <a:lnSpc>
                <a:spcPct val="115000"/>
              </a:lnSpc>
              <a:buNone/>
            </a:pPr>
            <a:r>
              <a:rPr lang="en-US" sz="1500" b="1" dirty="0">
                <a:solidFill>
                  <a:srgbClr val="B8562E"/>
                </a:solidFill>
                <a:latin typeface="맑은 고딕" pitchFamily="34" charset="0"/>
                <a:ea typeface="맑은 고딕" pitchFamily="34" charset="-122"/>
                <a:cs typeface="맑은 고딕" pitchFamily="34" charset="-120"/>
              </a:rPr>
              <a:t>CrackBot은 ‘저비용 · 즉시성 · 자동 등급 판정’으로 소규모 노후 건물의 점검 사각지대를 겨냥합니다</a:t>
            </a:r>
            <a:endParaRPr lang="en-US" sz="1500" dirty="0"/>
          </a:p>
        </p:txBody>
      </p:sp>
      <p:sp>
        <p:nvSpPr>
          <p:cNvPr id="7" name="Text 3"/>
          <p:cNvSpPr txBox="1"/>
          <p:nvPr/>
        </p:nvSpPr>
        <p:spPr>
          <a:xfrm>
            <a:off x="640080" y="5989320"/>
            <a:ext cx="10908792" cy="274320"/>
          </a:xfrm>
          <a:prstGeom prst="rect">
            <a:avLst/>
          </a:prstGeom>
          <a:noFill/>
          <a:ln/>
        </p:spPr>
        <p:txBody>
          <a:bodyPr wrap="square" lIns="0" tIns="0" rIns="0" bIns="0" rtlCol="0" anchor="t"/>
          <a:lstStyle/>
          <a:p>
            <a:pPr marL="0" indent="0" algn="l">
              <a:lnSpc>
                <a:spcPct val="115000"/>
              </a:lnSpc>
              <a:buNone/>
            </a:pPr>
            <a:r>
              <a:rPr lang="en-US" sz="1200" dirty="0">
                <a:solidFill>
                  <a:srgbClr val="6B7280"/>
                </a:solidFill>
                <a:latin typeface="맑은 고딕" pitchFamily="34" charset="0"/>
                <a:ea typeface="맑은 고딕" pitchFamily="34" charset="-122"/>
                <a:cs typeface="맑은 고딕" pitchFamily="34" charset="-120"/>
              </a:rPr>
              <a:t>※ 본 비교는 공개된 서비스 운영 방식을 기준으로 정리한 것으로, 특정 논문·제품의 정량 수치를 인용한 것은 아님</a:t>
            </a:r>
            <a:endParaRPr lang="en-US" sz="1200" dirty="0"/>
          </a:p>
        </p:txBody>
      </p:sp>
      <p:sp>
        <p:nvSpPr>
          <p:cNvPr id="25" name="Slide Number Placeholder 0"/>
          <p:cNvSpPr>
            <a:spLocks noGrp="1"/>
          </p:cNvSpPr>
          <p:nvPr>
            <p:ph type="sldNum" sz="quarter" idx="4294967295"/>
          </p:nvPr>
        </p:nvSpPr>
        <p:spPr>
          <a:xfrm>
            <a:off x="10634472" y="6455664"/>
            <a:ext cx="9144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latin typeface="맑은 고딕"/>
                <a:ea typeface="맑은 고딕"/>
                <a:cs typeface="맑은 고딕"/>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40080" y="402336"/>
            <a:ext cx="8229600" cy="274320"/>
          </a:xfrm>
          <a:prstGeom prst="rect">
            <a:avLst/>
          </a:prstGeom>
          <a:noFill/>
          <a:ln/>
        </p:spPr>
        <p:txBody>
          <a:bodyPr wrap="square" lIns="0" tIns="0" rIns="0" bIns="0" rtlCol="0" anchor="ctr"/>
          <a:lstStyle/>
          <a:p>
            <a:pPr marL="0" indent="0">
              <a:buNone/>
            </a:pPr>
            <a:r>
              <a:rPr lang="en-US" sz="1200" b="1" kern="0" spc="100" dirty="0">
                <a:solidFill>
                  <a:srgbClr val="B8562E"/>
                </a:solidFill>
                <a:latin typeface="맑은 고딕" pitchFamily="34" charset="0"/>
                <a:ea typeface="맑은 고딕" pitchFamily="34" charset="-122"/>
                <a:cs typeface="맑은 고딕" pitchFamily="34" charset="-120"/>
              </a:rPr>
              <a:t>03 · Project Overview</a:t>
            </a:r>
            <a:endParaRPr lang="en-US" sz="1200" dirty="0"/>
          </a:p>
        </p:txBody>
      </p:sp>
      <p:sp>
        <p:nvSpPr>
          <p:cNvPr id="3" name="Text 0"/>
          <p:cNvSpPr>
            <a:spLocks noGrp="1"/>
          </p:cNvSpPr>
          <p:nvPr>
            <p:ph type="title" idx="100" hasCustomPrompt="1"/>
          </p:nvPr>
        </p:nvSpPr>
        <p:spPr>
          <a:xfrm>
            <a:off x="640080" y="731520"/>
            <a:ext cx="10908792" cy="640080"/>
          </a:xfrm>
          <a:prstGeom prst="rect">
            <a:avLst/>
          </a:prstGeom>
          <a:noFill/>
          <a:ln/>
        </p:spPr>
        <p:txBody>
          <a:bodyPr wrap="square" lIns="0" tIns="0" rIns="0" bIns="0" rtlCol="0" anchor="t"/>
          <a:lstStyle/>
          <a:p>
            <a:pPr marL="0" indent="0" algn="l">
              <a:buNone/>
            </a:pPr>
            <a:r>
              <a:rPr lang="en-US" sz="3000" b="1" dirty="0">
                <a:solidFill>
                  <a:srgbClr val="1F2328"/>
                </a:solidFill>
                <a:latin typeface="맑은 고딕" pitchFamily="34" charset="0"/>
                <a:ea typeface="맑은 고딕" pitchFamily="34" charset="-122"/>
                <a:cs typeface="맑은 고딕" pitchFamily="34" charset="-120"/>
              </a:rPr>
              <a:t>프로젝트 개요</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5120640" cy="2560320"/>
        </p:xfrm>
        <a:graphic>
          <a:graphicData uri="http://schemas.openxmlformats.org/drawingml/2006/table">
            <a:tbl>
              <a:tblPr/>
              <a:tblGrid>
                <a:gridCol w="1371600">
                  <a:extLst>
                    <a:ext uri="{9D8B030D-6E8A-4147-A177-3AD203B41FA5}">
                      <a16:colId xmlns:a16="http://schemas.microsoft.com/office/drawing/2014/main" val="20000"/>
                    </a:ext>
                  </a:extLst>
                </a:gridCol>
                <a:gridCol w="3749040">
                  <a:extLst>
                    <a:ext uri="{9D8B030D-6E8A-4147-A177-3AD203B41FA5}">
                      <a16:colId xmlns:a16="http://schemas.microsoft.com/office/drawing/2014/main" val="20001"/>
                    </a:ext>
                  </a:extLst>
                </a:gridCol>
              </a:tblGrid>
              <a:tr h="457200">
                <a:tc>
                  <a:txBody>
                    <a:bodyPr/>
                    <a:lstStyle/>
                    <a:p>
                      <a:pPr marL="0" indent="0" algn="l">
                        <a:buNone/>
                      </a:pPr>
                      <a:r>
                        <a:rPr lang="en-US" sz="1400" b="1" dirty="0">
                          <a:solidFill>
                            <a:srgbClr val="FFFFFF"/>
                          </a:solidFill>
                          <a:latin typeface="맑은 고딕" pitchFamily="34" charset="0"/>
                          <a:ea typeface="맑은 고딕" pitchFamily="34" charset="-122"/>
                          <a:cs typeface="맑은 고딕" pitchFamily="34" charset="-120"/>
                        </a:rPr>
                        <a:t>항목</a:t>
                      </a:r>
                      <a:endParaRPr lang="en-US" sz="1400" dirty="0">
                        <a:latin typeface="맑은 고딕" charset="0"/>
                        <a:ea typeface="맑은 고딕" charset="0"/>
                        <a:cs typeface="맑은 고딕" charset="0"/>
                      </a:endParaRPr>
                    </a:p>
                  </a:txBody>
                  <a:tcPr marL="109728" marR="109728" anchor="ctr">
                    <a:lnL w="9525" cap="flat" cmpd="sng" algn="ctr">
                      <a:solidFill>
                        <a:srgbClr val="D9DCE0"/>
                      </a:solidFill>
                      <a:prstDash val="solid"/>
                      <a:round/>
                      <a:headEnd type="none" w="med" len="med"/>
                      <a:tailEnd type="none" w="med" len="med"/>
                    </a:lnL>
                    <a:lnR w="9525" cap="flat" cmpd="sng" algn="ctr">
                      <a:solidFill>
                        <a:srgbClr val="D9DCE0"/>
                      </a:solidFill>
                      <a:prstDash val="solid"/>
                      <a:round/>
                      <a:headEnd type="none" w="med" len="med"/>
                      <a:tailEnd type="none" w="med" len="med"/>
                    </a:lnR>
                    <a:lnT w="9525" cap="flat" cmpd="sng" algn="ctr">
                      <a:solidFill>
                        <a:srgbClr val="D9DCE0"/>
                      </a:solidFill>
                      <a:prstDash val="solid"/>
                      <a:round/>
                      <a:headEnd type="none" w="med" len="med"/>
                      <a:tailEnd type="none" w="med" len="med"/>
                    </a:lnT>
                    <a:lnB w="9525" cap="flat" cmpd="sng" algn="ctr">
                      <a:solidFill>
                        <a:srgbClr val="D9DCE0"/>
                      </a:solidFill>
                      <a:prstDash val="solid"/>
                      <a:round/>
                      <a:headEnd type="none" w="med" len="med"/>
                      <a:tailEnd type="none" w="med" len="med"/>
                    </a:lnB>
                    <a:solidFill>
                      <a:srgbClr val="2B2F34"/>
                    </a:solidFill>
                  </a:tcPr>
                </a:tc>
                <a:tc>
                  <a:txBody>
                    <a:bodyPr/>
                    <a:lstStyle/>
                    <a:p>
                      <a:pPr marL="0" indent="0" algn="l">
                        <a:buNone/>
                      </a:pPr>
                      <a:r>
                        <a:rPr lang="en-US" sz="1400" b="1" dirty="0">
                          <a:solidFill>
                            <a:srgbClr val="FFFFFF"/>
                          </a:solidFill>
                          <a:latin typeface="맑은 고딕" pitchFamily="34" charset="0"/>
                          <a:ea typeface="맑은 고딕" pitchFamily="34" charset="-122"/>
                          <a:cs typeface="맑은 고딕" pitchFamily="34" charset="-120"/>
                        </a:rPr>
                        <a:t>내용</a:t>
                      </a:r>
                      <a:endParaRPr lang="en-US" sz="1400" dirty="0">
                        <a:latin typeface="맑은 고딕" charset="0"/>
                        <a:ea typeface="맑은 고딕" charset="0"/>
                        <a:cs typeface="맑은 고딕" charset="0"/>
                      </a:endParaRPr>
                    </a:p>
                  </a:txBody>
                  <a:tcPr marL="109728" marR="109728" anchor="ctr">
                    <a:lnL w="9525" cap="flat" cmpd="sng" algn="ctr">
                      <a:solidFill>
                        <a:srgbClr val="D9DCE0"/>
                      </a:solidFill>
                      <a:prstDash val="solid"/>
                      <a:round/>
                      <a:headEnd type="none" w="med" len="med"/>
                      <a:tailEnd type="none" w="med" len="med"/>
                    </a:lnL>
                    <a:lnR w="9525" cap="flat" cmpd="sng" algn="ctr">
                      <a:solidFill>
                        <a:srgbClr val="D9DCE0"/>
                      </a:solidFill>
                      <a:prstDash val="solid"/>
                      <a:round/>
                      <a:headEnd type="none" w="med" len="med"/>
                      <a:tailEnd type="none" w="med" len="med"/>
                    </a:lnR>
                    <a:lnT w="9525" cap="flat" cmpd="sng" algn="ctr">
                      <a:solidFill>
                        <a:srgbClr val="D9DCE0"/>
                      </a:solidFill>
                      <a:prstDash val="solid"/>
                      <a:round/>
                      <a:headEnd type="none" w="med" len="med"/>
                      <a:tailEnd type="none" w="med" len="med"/>
                    </a:lnT>
                    <a:lnB w="9525" cap="flat" cmpd="sng" algn="ctr">
                      <a:solidFill>
                        <a:srgbClr val="D9DCE0"/>
                      </a:solidFill>
                      <a:prstDash val="solid"/>
                      <a:round/>
                      <a:headEnd type="none" w="med" len="med"/>
                      <a:tailEnd type="none" w="med" len="med"/>
                    </a:lnB>
                    <a:solidFill>
                      <a:srgbClr val="2B2F34"/>
                    </a:solidFill>
                  </a:tcPr>
                </a:tc>
                <a:extLst>
                  <a:ext uri="{0D108BD9-81ED-4DB2-BD59-A6C34878D82A}">
                    <a16:rowId xmlns:a16="http://schemas.microsoft.com/office/drawing/2014/main" val="10000"/>
                  </a:ext>
                </a:extLst>
              </a:tr>
              <a:tr h="420624">
                <a:tc>
                  <a:txBody>
                    <a:bodyPr/>
                    <a:lstStyle/>
                    <a:p>
                      <a:pPr marL="0" indent="0" algn="l">
                        <a:buNone/>
                      </a:pPr>
                      <a:r>
                        <a:rPr lang="en-US" sz="1400" b="1" dirty="0">
                          <a:solidFill>
                            <a:srgbClr val="1F2328"/>
                          </a:solidFill>
                          <a:latin typeface="맑은 고딕" pitchFamily="34" charset="0"/>
                          <a:ea typeface="맑은 고딕" pitchFamily="34" charset="-122"/>
                          <a:cs typeface="맑은 고딕" pitchFamily="34" charset="-120"/>
                        </a:rPr>
                        <a:t>개발 기간</a:t>
                      </a:r>
                      <a:endParaRPr lang="en-US" sz="1400" dirty="0">
                        <a:latin typeface="맑은 고딕" charset="0"/>
                        <a:ea typeface="맑은 고딕" charset="0"/>
                        <a:cs typeface="맑은 고딕" charset="0"/>
                      </a:endParaRPr>
                    </a:p>
                  </a:txBody>
                  <a:tcPr marL="109728" marR="109728" anchor="ctr">
                    <a:lnL w="9525" cap="flat" cmpd="sng" algn="ctr">
                      <a:solidFill>
                        <a:srgbClr val="D9DCE0"/>
                      </a:solidFill>
                      <a:prstDash val="solid"/>
                      <a:round/>
                      <a:headEnd type="none" w="med" len="med"/>
                      <a:tailEnd type="none" w="med" len="med"/>
                    </a:lnL>
                    <a:lnR w="9525" cap="flat" cmpd="sng" algn="ctr">
                      <a:solidFill>
                        <a:srgbClr val="D9DCE0"/>
                      </a:solidFill>
                      <a:prstDash val="solid"/>
                      <a:round/>
                      <a:headEnd type="none" w="med" len="med"/>
                      <a:tailEnd type="none" w="med" len="med"/>
                    </a:lnR>
                    <a:lnT w="9525" cap="flat" cmpd="sng" algn="ctr">
                      <a:solidFill>
                        <a:srgbClr val="D9DCE0"/>
                      </a:solidFill>
                      <a:prstDash val="solid"/>
                      <a:round/>
                      <a:headEnd type="none" w="med" len="med"/>
                      <a:tailEnd type="none" w="med" len="med"/>
                    </a:lnT>
                    <a:lnB w="9525" cap="flat" cmpd="sng" algn="ctr">
                      <a:solidFill>
                        <a:srgbClr val="D9DCE0"/>
                      </a:solidFill>
                      <a:prstDash val="solid"/>
                      <a:round/>
                      <a:headEnd type="none" w="med" len="med"/>
                      <a:tailEnd type="none" w="med" len="med"/>
                    </a:lnB>
                    <a:solidFill>
                      <a:srgbClr val="F4F5F6"/>
                    </a:solidFill>
                  </a:tcPr>
                </a:tc>
                <a:tc>
                  <a:txBody>
                    <a:bodyPr/>
                    <a:lstStyle/>
                    <a:p>
                      <a:pPr marL="0" indent="0" algn="l">
                        <a:buNone/>
                      </a:pPr>
                      <a:r>
                        <a:rPr lang="en-US" sz="1400" dirty="0">
                          <a:solidFill>
                            <a:srgbClr val="2B2F34"/>
                          </a:solidFill>
                          <a:latin typeface="맑은 고딕" pitchFamily="34" charset="0"/>
                          <a:ea typeface="맑은 고딕" pitchFamily="34" charset="-122"/>
                          <a:cs typeface="맑은 고딕" pitchFamily="34" charset="-120"/>
                        </a:rPr>
                        <a:t>2026.04.29 ~ 2026.07.02</a:t>
                      </a:r>
                      <a:endParaRPr lang="en-US" sz="1400" dirty="0">
                        <a:latin typeface="맑은 고딕" charset="0"/>
                        <a:ea typeface="맑은 고딕" charset="0"/>
                        <a:cs typeface="맑은 고딕" charset="0"/>
                      </a:endParaRPr>
                    </a:p>
                  </a:txBody>
                  <a:tcPr marL="109728" marR="109728" anchor="ctr">
                    <a:lnL w="9525" cap="flat" cmpd="sng" algn="ctr">
                      <a:solidFill>
                        <a:srgbClr val="D9DCE0"/>
                      </a:solidFill>
                      <a:prstDash val="solid"/>
                      <a:round/>
                      <a:headEnd type="none" w="med" len="med"/>
                      <a:tailEnd type="none" w="med" len="med"/>
                    </a:lnL>
                    <a:lnR w="9525" cap="flat" cmpd="sng" algn="ctr">
                      <a:solidFill>
                        <a:srgbClr val="D9DCE0"/>
                      </a:solidFill>
                      <a:prstDash val="solid"/>
                      <a:round/>
                      <a:headEnd type="none" w="med" len="med"/>
                      <a:tailEnd type="none" w="med" len="med"/>
                    </a:lnR>
                    <a:lnT w="9525" cap="flat" cmpd="sng" algn="ctr">
                      <a:solidFill>
                        <a:srgbClr val="D9DCE0"/>
                      </a:solidFill>
                      <a:prstDash val="solid"/>
                      <a:round/>
                      <a:headEnd type="none" w="med" len="med"/>
                      <a:tailEnd type="none" w="med" len="med"/>
                    </a:lnT>
                    <a:lnB w="9525" cap="flat" cmpd="sng" algn="ctr">
                      <a:solidFill>
                        <a:srgbClr val="D9DCE0"/>
                      </a:solidFill>
                      <a:prstDash val="solid"/>
                      <a:round/>
                      <a:headEnd type="none" w="med" len="med"/>
                      <a:tailEnd type="none" w="med" len="med"/>
                    </a:lnB>
                  </a:tcPr>
                </a:tc>
                <a:extLst>
                  <a:ext uri="{0D108BD9-81ED-4DB2-BD59-A6C34878D82A}">
                    <a16:rowId xmlns:a16="http://schemas.microsoft.com/office/drawing/2014/main" val="10001"/>
                  </a:ext>
                </a:extLst>
              </a:tr>
              <a:tr h="420624">
                <a:tc>
                  <a:txBody>
                    <a:bodyPr/>
                    <a:lstStyle/>
                    <a:p>
                      <a:pPr marL="0" indent="0" algn="l">
                        <a:buNone/>
                      </a:pPr>
                      <a:r>
                        <a:rPr lang="en-US" sz="1400" b="1" dirty="0">
                          <a:solidFill>
                            <a:srgbClr val="1F2328"/>
                          </a:solidFill>
                          <a:latin typeface="맑은 고딕" pitchFamily="34" charset="0"/>
                          <a:ea typeface="맑은 고딕" pitchFamily="34" charset="-122"/>
                          <a:cs typeface="맑은 고딕" pitchFamily="34" charset="-120"/>
                        </a:rPr>
                        <a:t>팀 인원</a:t>
                      </a:r>
                      <a:endParaRPr lang="en-US" sz="1400" dirty="0">
                        <a:latin typeface="맑은 고딕" charset="0"/>
                        <a:ea typeface="맑은 고딕" charset="0"/>
                        <a:cs typeface="맑은 고딕" charset="0"/>
                      </a:endParaRPr>
                    </a:p>
                  </a:txBody>
                  <a:tcPr marL="109728" marR="109728" anchor="ctr">
                    <a:lnL w="9525" cap="flat" cmpd="sng" algn="ctr">
                      <a:solidFill>
                        <a:srgbClr val="D9DCE0"/>
                      </a:solidFill>
                      <a:prstDash val="solid"/>
                      <a:round/>
                      <a:headEnd type="none" w="med" len="med"/>
                      <a:tailEnd type="none" w="med" len="med"/>
                    </a:lnL>
                    <a:lnR w="9525" cap="flat" cmpd="sng" algn="ctr">
                      <a:solidFill>
                        <a:srgbClr val="D9DCE0"/>
                      </a:solidFill>
                      <a:prstDash val="solid"/>
                      <a:round/>
                      <a:headEnd type="none" w="med" len="med"/>
                      <a:tailEnd type="none" w="med" len="med"/>
                    </a:lnR>
                    <a:lnT w="9525" cap="flat" cmpd="sng" algn="ctr">
                      <a:solidFill>
                        <a:srgbClr val="D9DCE0"/>
                      </a:solidFill>
                      <a:prstDash val="solid"/>
                      <a:round/>
                      <a:headEnd type="none" w="med" len="med"/>
                      <a:tailEnd type="none" w="med" len="med"/>
                    </a:lnT>
                    <a:lnB w="9525" cap="flat" cmpd="sng" algn="ctr">
                      <a:solidFill>
                        <a:srgbClr val="D9DCE0"/>
                      </a:solidFill>
                      <a:prstDash val="solid"/>
                      <a:round/>
                      <a:headEnd type="none" w="med" len="med"/>
                      <a:tailEnd type="none" w="med" len="med"/>
                    </a:lnB>
                    <a:solidFill>
                      <a:srgbClr val="F4F5F6"/>
                    </a:solidFill>
                  </a:tcPr>
                </a:tc>
                <a:tc>
                  <a:txBody>
                    <a:bodyPr/>
                    <a:lstStyle/>
                    <a:p>
                      <a:pPr marL="0" indent="0" algn="l">
                        <a:buNone/>
                      </a:pPr>
                      <a:r>
                        <a:rPr lang="en-US" sz="1400" dirty="0">
                          <a:solidFill>
                            <a:srgbClr val="2B2F34"/>
                          </a:solidFill>
                          <a:latin typeface="맑은 고딕" pitchFamily="34" charset="0"/>
                          <a:ea typeface="맑은 고딕" pitchFamily="34" charset="-122"/>
                          <a:cs typeface="맑은 고딕" pitchFamily="34" charset="-120"/>
                        </a:rPr>
                        <a:t>3명</a:t>
                      </a:r>
                      <a:endParaRPr lang="en-US" sz="1400" dirty="0">
                        <a:latin typeface="맑은 고딕" charset="0"/>
                        <a:ea typeface="맑은 고딕" charset="0"/>
                        <a:cs typeface="맑은 고딕" charset="0"/>
                      </a:endParaRPr>
                    </a:p>
                  </a:txBody>
                  <a:tcPr marL="109728" marR="109728" anchor="ctr">
                    <a:lnL w="9525" cap="flat" cmpd="sng" algn="ctr">
                      <a:solidFill>
                        <a:srgbClr val="D9DCE0"/>
                      </a:solidFill>
                      <a:prstDash val="solid"/>
                      <a:round/>
                      <a:headEnd type="none" w="med" len="med"/>
                      <a:tailEnd type="none" w="med" len="med"/>
                    </a:lnL>
                    <a:lnR w="9525" cap="flat" cmpd="sng" algn="ctr">
                      <a:solidFill>
                        <a:srgbClr val="D9DCE0"/>
                      </a:solidFill>
                      <a:prstDash val="solid"/>
                      <a:round/>
                      <a:headEnd type="none" w="med" len="med"/>
                      <a:tailEnd type="none" w="med" len="med"/>
                    </a:lnR>
                    <a:lnT w="9525" cap="flat" cmpd="sng" algn="ctr">
                      <a:solidFill>
                        <a:srgbClr val="D9DCE0"/>
                      </a:solidFill>
                      <a:prstDash val="solid"/>
                      <a:round/>
                      <a:headEnd type="none" w="med" len="med"/>
                      <a:tailEnd type="none" w="med" len="med"/>
                    </a:lnT>
                    <a:lnB w="9525" cap="flat" cmpd="sng" algn="ctr">
                      <a:solidFill>
                        <a:srgbClr val="D9DCE0"/>
                      </a:solidFill>
                      <a:prstDash val="solid"/>
                      <a:round/>
                      <a:headEnd type="none" w="med" len="med"/>
                      <a:tailEnd type="none" w="med" len="med"/>
                    </a:lnB>
                  </a:tcPr>
                </a:tc>
                <a:extLst>
                  <a:ext uri="{0D108BD9-81ED-4DB2-BD59-A6C34878D82A}">
                    <a16:rowId xmlns:a16="http://schemas.microsoft.com/office/drawing/2014/main" val="10002"/>
                  </a:ext>
                </a:extLst>
              </a:tr>
              <a:tr h="420624">
                <a:tc>
                  <a:txBody>
                    <a:bodyPr/>
                    <a:lstStyle/>
                    <a:p>
                      <a:pPr marL="0" indent="0" algn="l">
                        <a:buNone/>
                      </a:pPr>
                      <a:r>
                        <a:rPr lang="en-US" sz="1400" b="1" dirty="0">
                          <a:solidFill>
                            <a:srgbClr val="1F2328"/>
                          </a:solidFill>
                          <a:latin typeface="맑은 고딕" pitchFamily="34" charset="0"/>
                          <a:ea typeface="맑은 고딕" pitchFamily="34" charset="-122"/>
                          <a:cs typeface="맑은 고딕" pitchFamily="34" charset="-120"/>
                        </a:rPr>
                        <a:t>소속</a:t>
                      </a:r>
                      <a:endParaRPr lang="en-US" sz="1400" dirty="0">
                        <a:latin typeface="맑은 고딕" charset="0"/>
                        <a:ea typeface="맑은 고딕" charset="0"/>
                        <a:cs typeface="맑은 고딕" charset="0"/>
                      </a:endParaRPr>
                    </a:p>
                  </a:txBody>
                  <a:tcPr marL="109728" marR="109728" anchor="ctr">
                    <a:lnL w="9525" cap="flat" cmpd="sng" algn="ctr">
                      <a:solidFill>
                        <a:srgbClr val="D9DCE0"/>
                      </a:solidFill>
                      <a:prstDash val="solid"/>
                      <a:round/>
                      <a:headEnd type="none" w="med" len="med"/>
                      <a:tailEnd type="none" w="med" len="med"/>
                    </a:lnL>
                    <a:lnR w="9525" cap="flat" cmpd="sng" algn="ctr">
                      <a:solidFill>
                        <a:srgbClr val="D9DCE0"/>
                      </a:solidFill>
                      <a:prstDash val="solid"/>
                      <a:round/>
                      <a:headEnd type="none" w="med" len="med"/>
                      <a:tailEnd type="none" w="med" len="med"/>
                    </a:lnR>
                    <a:lnT w="9525" cap="flat" cmpd="sng" algn="ctr">
                      <a:solidFill>
                        <a:srgbClr val="D9DCE0"/>
                      </a:solidFill>
                      <a:prstDash val="solid"/>
                      <a:round/>
                      <a:headEnd type="none" w="med" len="med"/>
                      <a:tailEnd type="none" w="med" len="med"/>
                    </a:lnT>
                    <a:lnB w="9525" cap="flat" cmpd="sng" algn="ctr">
                      <a:solidFill>
                        <a:srgbClr val="D9DCE0"/>
                      </a:solidFill>
                      <a:prstDash val="solid"/>
                      <a:round/>
                      <a:headEnd type="none" w="med" len="med"/>
                      <a:tailEnd type="none" w="med" len="med"/>
                    </a:lnB>
                    <a:solidFill>
                      <a:srgbClr val="F4F5F6"/>
                    </a:solidFill>
                  </a:tcPr>
                </a:tc>
                <a:tc>
                  <a:txBody>
                    <a:bodyPr/>
                    <a:lstStyle/>
                    <a:p>
                      <a:pPr marL="0" indent="0" algn="l">
                        <a:buNone/>
                      </a:pPr>
                      <a:r>
                        <a:rPr lang="en-US" sz="1400" dirty="0">
                          <a:solidFill>
                            <a:srgbClr val="2B2F34"/>
                          </a:solidFill>
                          <a:latin typeface="맑은 고딕" pitchFamily="34" charset="0"/>
                          <a:ea typeface="맑은 고딕" pitchFamily="34" charset="-122"/>
                          <a:cs typeface="맑은 고딕" pitchFamily="34" charset="-120"/>
                        </a:rPr>
                        <a:t>한국폴리텍Ⅳ대학 인공지능과</a:t>
                      </a:r>
                      <a:endParaRPr lang="en-US" sz="1400" dirty="0">
                        <a:latin typeface="맑은 고딕" charset="0"/>
                        <a:ea typeface="맑은 고딕" charset="0"/>
                        <a:cs typeface="맑은 고딕" charset="0"/>
                      </a:endParaRPr>
                    </a:p>
                  </a:txBody>
                  <a:tcPr marL="109728" marR="109728" anchor="ctr">
                    <a:lnL w="9525" cap="flat" cmpd="sng" algn="ctr">
                      <a:solidFill>
                        <a:srgbClr val="D9DCE0"/>
                      </a:solidFill>
                      <a:prstDash val="solid"/>
                      <a:round/>
                      <a:headEnd type="none" w="med" len="med"/>
                      <a:tailEnd type="none" w="med" len="med"/>
                    </a:lnL>
                    <a:lnR w="9525" cap="flat" cmpd="sng" algn="ctr">
                      <a:solidFill>
                        <a:srgbClr val="D9DCE0"/>
                      </a:solidFill>
                      <a:prstDash val="solid"/>
                      <a:round/>
                      <a:headEnd type="none" w="med" len="med"/>
                      <a:tailEnd type="none" w="med" len="med"/>
                    </a:lnR>
                    <a:lnT w="9525" cap="flat" cmpd="sng" algn="ctr">
                      <a:solidFill>
                        <a:srgbClr val="D9DCE0"/>
                      </a:solidFill>
                      <a:prstDash val="solid"/>
                      <a:round/>
                      <a:headEnd type="none" w="med" len="med"/>
                      <a:tailEnd type="none" w="med" len="med"/>
                    </a:lnT>
                    <a:lnB w="9525" cap="flat" cmpd="sng" algn="ctr">
                      <a:solidFill>
                        <a:srgbClr val="D9DCE0"/>
                      </a:solidFill>
                      <a:prstDash val="solid"/>
                      <a:round/>
                      <a:headEnd type="none" w="med" len="med"/>
                      <a:tailEnd type="none" w="med" len="med"/>
                    </a:lnB>
                  </a:tcPr>
                </a:tc>
                <a:extLst>
                  <a:ext uri="{0D108BD9-81ED-4DB2-BD59-A6C34878D82A}">
                    <a16:rowId xmlns:a16="http://schemas.microsoft.com/office/drawing/2014/main" val="10003"/>
                  </a:ext>
                </a:extLst>
              </a:tr>
              <a:tr h="420624">
                <a:tc>
                  <a:txBody>
                    <a:bodyPr/>
                    <a:lstStyle/>
                    <a:p>
                      <a:pPr marL="0" indent="0" algn="l">
                        <a:buNone/>
                      </a:pPr>
                      <a:r>
                        <a:rPr lang="en-US" sz="1400" b="1" dirty="0">
                          <a:solidFill>
                            <a:srgbClr val="1F2328"/>
                          </a:solidFill>
                          <a:latin typeface="맑은 고딕" pitchFamily="34" charset="0"/>
                          <a:ea typeface="맑은 고딕" pitchFamily="34" charset="-122"/>
                          <a:cs typeface="맑은 고딕" pitchFamily="34" charset="-120"/>
                        </a:rPr>
                        <a:t>수행 과제</a:t>
                      </a:r>
                      <a:endParaRPr lang="en-US" sz="1400" dirty="0">
                        <a:latin typeface="맑은 고딕" charset="0"/>
                        <a:ea typeface="맑은 고딕" charset="0"/>
                        <a:cs typeface="맑은 고딕" charset="0"/>
                      </a:endParaRPr>
                    </a:p>
                  </a:txBody>
                  <a:tcPr marL="109728" marR="109728" anchor="ctr">
                    <a:lnL w="9525" cap="flat" cmpd="sng" algn="ctr">
                      <a:solidFill>
                        <a:srgbClr val="D9DCE0"/>
                      </a:solidFill>
                      <a:prstDash val="solid"/>
                      <a:round/>
                      <a:headEnd type="none" w="med" len="med"/>
                      <a:tailEnd type="none" w="med" len="med"/>
                    </a:lnL>
                    <a:lnR w="9525" cap="flat" cmpd="sng" algn="ctr">
                      <a:solidFill>
                        <a:srgbClr val="D9DCE0"/>
                      </a:solidFill>
                      <a:prstDash val="solid"/>
                      <a:round/>
                      <a:headEnd type="none" w="med" len="med"/>
                      <a:tailEnd type="none" w="med" len="med"/>
                    </a:lnR>
                    <a:lnT w="9525" cap="flat" cmpd="sng" algn="ctr">
                      <a:solidFill>
                        <a:srgbClr val="D9DCE0"/>
                      </a:solidFill>
                      <a:prstDash val="solid"/>
                      <a:round/>
                      <a:headEnd type="none" w="med" len="med"/>
                      <a:tailEnd type="none" w="med" len="med"/>
                    </a:lnT>
                    <a:lnB w="9525" cap="flat" cmpd="sng" algn="ctr">
                      <a:solidFill>
                        <a:srgbClr val="D9DCE0"/>
                      </a:solidFill>
                      <a:prstDash val="solid"/>
                      <a:round/>
                      <a:headEnd type="none" w="med" len="med"/>
                      <a:tailEnd type="none" w="med" len="med"/>
                    </a:lnB>
                    <a:solidFill>
                      <a:srgbClr val="F4F5F6"/>
                    </a:solidFill>
                  </a:tcPr>
                </a:tc>
                <a:tc>
                  <a:txBody>
                    <a:bodyPr/>
                    <a:lstStyle/>
                    <a:p>
                      <a:pPr marL="0" indent="0" algn="l">
                        <a:buNone/>
                      </a:pPr>
                      <a:r>
                        <a:rPr lang="en-US" sz="1400" dirty="0">
                          <a:solidFill>
                            <a:srgbClr val="2B2F34"/>
                          </a:solidFill>
                          <a:latin typeface="맑은 고딕" pitchFamily="34" charset="0"/>
                          <a:ea typeface="맑은 고딕" pitchFamily="34" charset="-122"/>
                          <a:cs typeface="맑은 고딕" pitchFamily="34" charset="-120"/>
                        </a:rPr>
                        <a:t>2026 ICT 한이음 드림업</a:t>
                      </a:r>
                      <a:endParaRPr lang="en-US" sz="1400" dirty="0">
                        <a:latin typeface="맑은 고딕" charset="0"/>
                        <a:ea typeface="맑은 고딕" charset="0"/>
                        <a:cs typeface="맑은 고딕" charset="0"/>
                      </a:endParaRPr>
                    </a:p>
                  </a:txBody>
                  <a:tcPr marL="109728" marR="109728" anchor="ctr">
                    <a:lnL w="9525" cap="flat" cmpd="sng" algn="ctr">
                      <a:solidFill>
                        <a:srgbClr val="D9DCE0"/>
                      </a:solidFill>
                      <a:prstDash val="solid"/>
                      <a:round/>
                      <a:headEnd type="none" w="med" len="med"/>
                      <a:tailEnd type="none" w="med" len="med"/>
                    </a:lnL>
                    <a:lnR w="9525" cap="flat" cmpd="sng" algn="ctr">
                      <a:solidFill>
                        <a:srgbClr val="D9DCE0"/>
                      </a:solidFill>
                      <a:prstDash val="solid"/>
                      <a:round/>
                      <a:headEnd type="none" w="med" len="med"/>
                      <a:tailEnd type="none" w="med" len="med"/>
                    </a:lnR>
                    <a:lnT w="9525" cap="flat" cmpd="sng" algn="ctr">
                      <a:solidFill>
                        <a:srgbClr val="D9DCE0"/>
                      </a:solidFill>
                      <a:prstDash val="solid"/>
                      <a:round/>
                      <a:headEnd type="none" w="med" len="med"/>
                      <a:tailEnd type="none" w="med" len="med"/>
                    </a:lnT>
                    <a:lnB w="9525" cap="flat" cmpd="sng" algn="ctr">
                      <a:solidFill>
                        <a:srgbClr val="D9DCE0"/>
                      </a:solidFill>
                      <a:prstDash val="solid"/>
                      <a:round/>
                      <a:headEnd type="none" w="med" len="med"/>
                      <a:tailEnd type="none" w="med" len="med"/>
                    </a:lnB>
                  </a:tcPr>
                </a:tc>
                <a:extLst>
                  <a:ext uri="{0D108BD9-81ED-4DB2-BD59-A6C34878D82A}">
                    <a16:rowId xmlns:a16="http://schemas.microsoft.com/office/drawing/2014/main" val="10004"/>
                  </a:ext>
                </a:extLst>
              </a:tr>
              <a:tr h="420624">
                <a:tc>
                  <a:txBody>
                    <a:bodyPr/>
                    <a:lstStyle/>
                    <a:p>
                      <a:pPr marL="0" indent="0" algn="l">
                        <a:buNone/>
                      </a:pPr>
                      <a:r>
                        <a:rPr lang="en-US" sz="1400" b="1" dirty="0">
                          <a:solidFill>
                            <a:srgbClr val="1F2328"/>
                          </a:solidFill>
                          <a:latin typeface="맑은 고딕" pitchFamily="34" charset="0"/>
                          <a:ea typeface="맑은 고딕" pitchFamily="34" charset="-122"/>
                          <a:cs typeface="맑은 고딕" pitchFamily="34" charset="-120"/>
                        </a:rPr>
                        <a:t>GitHub</a:t>
                      </a:r>
                      <a:endParaRPr lang="en-US" sz="1400" dirty="0">
                        <a:latin typeface="맑은 고딕" charset="0"/>
                        <a:ea typeface="맑은 고딕" charset="0"/>
                        <a:cs typeface="맑은 고딕" charset="0"/>
                      </a:endParaRPr>
                    </a:p>
                  </a:txBody>
                  <a:tcPr marL="109728" marR="109728" anchor="ctr">
                    <a:lnL w="9525" cap="flat" cmpd="sng" algn="ctr">
                      <a:solidFill>
                        <a:srgbClr val="D9DCE0"/>
                      </a:solidFill>
                      <a:prstDash val="solid"/>
                      <a:round/>
                      <a:headEnd type="none" w="med" len="med"/>
                      <a:tailEnd type="none" w="med" len="med"/>
                    </a:lnL>
                    <a:lnR w="9525" cap="flat" cmpd="sng" algn="ctr">
                      <a:solidFill>
                        <a:srgbClr val="D9DCE0"/>
                      </a:solidFill>
                      <a:prstDash val="solid"/>
                      <a:round/>
                      <a:headEnd type="none" w="med" len="med"/>
                      <a:tailEnd type="none" w="med" len="med"/>
                    </a:lnR>
                    <a:lnT w="9525" cap="flat" cmpd="sng" algn="ctr">
                      <a:solidFill>
                        <a:srgbClr val="D9DCE0"/>
                      </a:solidFill>
                      <a:prstDash val="solid"/>
                      <a:round/>
                      <a:headEnd type="none" w="med" len="med"/>
                      <a:tailEnd type="none" w="med" len="med"/>
                    </a:lnT>
                    <a:lnB w="9525" cap="flat" cmpd="sng" algn="ctr">
                      <a:solidFill>
                        <a:srgbClr val="D9DCE0"/>
                      </a:solidFill>
                      <a:prstDash val="solid"/>
                      <a:round/>
                      <a:headEnd type="none" w="med" len="med"/>
                      <a:tailEnd type="none" w="med" len="med"/>
                    </a:lnB>
                    <a:solidFill>
                      <a:srgbClr val="F4F5F6"/>
                    </a:solidFill>
                  </a:tcPr>
                </a:tc>
                <a:tc>
                  <a:txBody>
                    <a:bodyPr/>
                    <a:lstStyle/>
                    <a:p>
                      <a:pPr marL="0" indent="0" algn="l">
                        <a:buNone/>
                      </a:pPr>
                      <a:r>
                        <a:rPr lang="en-US" sz="1400" dirty="0">
                          <a:solidFill>
                            <a:srgbClr val="2B2F34"/>
                          </a:solidFill>
                          <a:latin typeface="맑은 고딕" pitchFamily="34" charset="0"/>
                          <a:ea typeface="맑은 고딕" pitchFamily="34" charset="-122"/>
                          <a:cs typeface="맑은 고딕" pitchFamily="34" charset="-120"/>
                        </a:rPr>
                        <a:t>github.com/SqurareEgg/CrackBot</a:t>
                      </a:r>
                      <a:endParaRPr lang="en-US" sz="1400" dirty="0">
                        <a:latin typeface="맑은 고딕" charset="0"/>
                        <a:ea typeface="맑은 고딕" charset="0"/>
                        <a:cs typeface="맑은 고딕" charset="0"/>
                      </a:endParaRPr>
                    </a:p>
                  </a:txBody>
                  <a:tcPr marL="109728" marR="109728" anchor="ctr">
                    <a:lnL w="9525" cap="flat" cmpd="sng" algn="ctr">
                      <a:solidFill>
                        <a:srgbClr val="D9DCE0"/>
                      </a:solidFill>
                      <a:prstDash val="solid"/>
                      <a:round/>
                      <a:headEnd type="none" w="med" len="med"/>
                      <a:tailEnd type="none" w="med" len="med"/>
                    </a:lnL>
                    <a:lnR w="9525" cap="flat" cmpd="sng" algn="ctr">
                      <a:solidFill>
                        <a:srgbClr val="D9DCE0"/>
                      </a:solidFill>
                      <a:prstDash val="solid"/>
                      <a:round/>
                      <a:headEnd type="none" w="med" len="med"/>
                      <a:tailEnd type="none" w="med" len="med"/>
                    </a:lnR>
                    <a:lnT w="9525" cap="flat" cmpd="sng" algn="ctr">
                      <a:solidFill>
                        <a:srgbClr val="D9DCE0"/>
                      </a:solidFill>
                      <a:prstDash val="solid"/>
                      <a:round/>
                      <a:headEnd type="none" w="med" len="med"/>
                      <a:tailEnd type="none" w="med" len="med"/>
                    </a:lnT>
                    <a:lnB w="9525" cap="flat" cmpd="sng" algn="ctr">
                      <a:solidFill>
                        <a:srgbClr val="D9DCE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4" name="Shape 2"/>
          <p:cNvSpPr/>
          <p:nvPr/>
        </p:nvSpPr>
        <p:spPr>
          <a:xfrm>
            <a:off x="640080" y="4389120"/>
            <a:ext cx="5120640" cy="1508760"/>
          </a:xfrm>
          <a:prstGeom prst="rect">
            <a:avLst/>
          </a:prstGeom>
          <a:solidFill>
            <a:srgbClr val="F4F5F6"/>
          </a:solidFill>
          <a:ln/>
        </p:spPr>
      </p:sp>
      <p:sp>
        <p:nvSpPr>
          <p:cNvPr id="7" name="Text 3"/>
          <p:cNvSpPr txBox="1"/>
          <p:nvPr/>
        </p:nvSpPr>
        <p:spPr>
          <a:xfrm>
            <a:off x="868680" y="4526280"/>
            <a:ext cx="4663440" cy="274320"/>
          </a:xfrm>
          <a:prstGeom prst="rect">
            <a:avLst/>
          </a:prstGeom>
          <a:noFill/>
          <a:ln/>
        </p:spPr>
        <p:txBody>
          <a:bodyPr wrap="square" lIns="0" tIns="0" rIns="0" bIns="0" rtlCol="0" anchor="t"/>
          <a:lstStyle/>
          <a:p>
            <a:pPr marL="0" indent="0" algn="l">
              <a:lnSpc>
                <a:spcPct val="115000"/>
              </a:lnSpc>
              <a:buNone/>
            </a:pPr>
            <a:r>
              <a:rPr lang="en-US" sz="1400" b="1" dirty="0">
                <a:solidFill>
                  <a:srgbClr val="B8562E"/>
                </a:solidFill>
                <a:latin typeface="맑은 고딕" pitchFamily="34" charset="0"/>
                <a:ea typeface="맑은 고딕" pitchFamily="34" charset="-122"/>
                <a:cs typeface="맑은 고딕" pitchFamily="34" charset="-120"/>
              </a:rPr>
              <a:t>팀장 · 발표자 역할</a:t>
            </a:r>
            <a:endParaRPr lang="en-US" sz="1400" dirty="0"/>
          </a:p>
        </p:txBody>
      </p:sp>
      <p:sp>
        <p:nvSpPr>
          <p:cNvPr id="8" name="Text 4"/>
          <p:cNvSpPr txBox="1"/>
          <p:nvPr/>
        </p:nvSpPr>
        <p:spPr>
          <a:xfrm>
            <a:off x="868680" y="4892040"/>
            <a:ext cx="4663440" cy="685800"/>
          </a:xfrm>
          <a:prstGeom prst="rect">
            <a:avLst/>
          </a:prstGeom>
          <a:noFill/>
          <a:ln/>
        </p:spPr>
        <p:txBody>
          <a:bodyPr wrap="square" lIns="0" tIns="0" rIns="0" bIns="0" rtlCol="0" anchor="t"/>
          <a:lstStyle/>
          <a:p>
            <a:pPr marL="0" indent="0" algn="l">
              <a:lnSpc>
                <a:spcPct val="120000"/>
              </a:lnSpc>
              <a:buNone/>
            </a:pPr>
            <a:r>
              <a:rPr lang="en-US" sz="1400" dirty="0">
                <a:solidFill>
                  <a:srgbClr val="2B2F34"/>
                </a:solidFill>
                <a:latin typeface="맑은 고딕" pitchFamily="34" charset="0"/>
                <a:ea typeface="맑은 고딕" pitchFamily="34" charset="-122"/>
                <a:cs typeface="맑은 고딕" pitchFamily="34" charset="-120"/>
              </a:rPr>
              <a:t>기획·문서화 및 프로젝트 관리(PM)</a:t>
            </a:r>
            <a:endParaRPr lang="en-US" sz="1400" dirty="0"/>
          </a:p>
          <a:p>
            <a:pPr marL="0" indent="0" algn="l">
              <a:lnSpc>
                <a:spcPct val="120000"/>
              </a:lnSpc>
              <a:buNone/>
            </a:pPr>
            <a:r>
              <a:rPr lang="en-US" sz="1400" dirty="0">
                <a:solidFill>
                  <a:srgbClr val="2B2F34"/>
                </a:solidFill>
                <a:latin typeface="맑은 고딕" pitchFamily="34" charset="0"/>
                <a:ea typeface="맑은 고딕" pitchFamily="34" charset="-122"/>
                <a:cs typeface="맑은 고딕" pitchFamily="34" charset="-120"/>
              </a:rPr>
              <a:t>주간 회의 기반 일정·이슈 관리</a:t>
            </a:r>
            <a:endParaRPr lang="en-US" sz="1400" dirty="0"/>
          </a:p>
        </p:txBody>
      </p:sp>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6035040" y="1691640"/>
          <a:ext cx="5513832" cy="2377440"/>
        </p:xfrm>
        <a:graphic>
          <a:graphicData uri="http://schemas.openxmlformats.org/drawingml/2006/table">
            <a:tbl>
              <a:tblPr/>
              <a:tblGrid>
                <a:gridCol w="1920240">
                  <a:extLst>
                    <a:ext uri="{9D8B030D-6E8A-4147-A177-3AD203B41FA5}">
                      <a16:colId xmlns:a16="http://schemas.microsoft.com/office/drawing/2014/main" val="20000"/>
                    </a:ext>
                  </a:extLst>
                </a:gridCol>
                <a:gridCol w="3593592">
                  <a:extLst>
                    <a:ext uri="{9D8B030D-6E8A-4147-A177-3AD203B41FA5}">
                      <a16:colId xmlns:a16="http://schemas.microsoft.com/office/drawing/2014/main" val="20001"/>
                    </a:ext>
                  </a:extLst>
                </a:gridCol>
              </a:tblGrid>
              <a:tr h="457200">
                <a:tc>
                  <a:txBody>
                    <a:bodyPr/>
                    <a:lstStyle/>
                    <a:p>
                      <a:pPr marL="0" indent="0" algn="l">
                        <a:buNone/>
                      </a:pPr>
                      <a:r>
                        <a:rPr lang="en-US" sz="1400" b="1" dirty="0">
                          <a:solidFill>
                            <a:srgbClr val="FFFFFF"/>
                          </a:solidFill>
                          <a:latin typeface="맑은 고딕" pitchFamily="34" charset="0"/>
                          <a:ea typeface="맑은 고딕" pitchFamily="34" charset="-122"/>
                          <a:cs typeface="맑은 고딕" pitchFamily="34" charset="-120"/>
                        </a:rPr>
                        <a:t>팀원</a:t>
                      </a:r>
                      <a:endParaRPr lang="en-US" sz="1400" dirty="0">
                        <a:latin typeface="맑은 고딕" charset="0"/>
                        <a:ea typeface="맑은 고딕" charset="0"/>
                        <a:cs typeface="맑은 고딕" charset="0"/>
                      </a:endParaRPr>
                    </a:p>
                  </a:txBody>
                  <a:tcPr marL="109728" marR="109728" anchor="ctr">
                    <a:lnL w="9525" cap="flat" cmpd="sng" algn="ctr">
                      <a:solidFill>
                        <a:srgbClr val="D9DCE0"/>
                      </a:solidFill>
                      <a:prstDash val="solid"/>
                      <a:round/>
                      <a:headEnd type="none" w="med" len="med"/>
                      <a:tailEnd type="none" w="med" len="med"/>
                    </a:lnL>
                    <a:lnR w="9525" cap="flat" cmpd="sng" algn="ctr">
                      <a:solidFill>
                        <a:srgbClr val="D9DCE0"/>
                      </a:solidFill>
                      <a:prstDash val="solid"/>
                      <a:round/>
                      <a:headEnd type="none" w="med" len="med"/>
                      <a:tailEnd type="none" w="med" len="med"/>
                    </a:lnR>
                    <a:lnT w="9525" cap="flat" cmpd="sng" algn="ctr">
                      <a:solidFill>
                        <a:srgbClr val="D9DCE0"/>
                      </a:solidFill>
                      <a:prstDash val="solid"/>
                      <a:round/>
                      <a:headEnd type="none" w="med" len="med"/>
                      <a:tailEnd type="none" w="med" len="med"/>
                    </a:lnT>
                    <a:lnB w="9525" cap="flat" cmpd="sng" algn="ctr">
                      <a:solidFill>
                        <a:srgbClr val="D9DCE0"/>
                      </a:solidFill>
                      <a:prstDash val="solid"/>
                      <a:round/>
                      <a:headEnd type="none" w="med" len="med"/>
                      <a:tailEnd type="none" w="med" len="med"/>
                    </a:lnB>
                    <a:solidFill>
                      <a:srgbClr val="2B2F34"/>
                    </a:solidFill>
                  </a:tcPr>
                </a:tc>
                <a:tc>
                  <a:txBody>
                    <a:bodyPr/>
                    <a:lstStyle/>
                    <a:p>
                      <a:pPr marL="0" indent="0" algn="l">
                        <a:buNone/>
                      </a:pPr>
                      <a:r>
                        <a:rPr lang="en-US" sz="1400" b="1" dirty="0">
                          <a:solidFill>
                            <a:srgbClr val="FFFFFF"/>
                          </a:solidFill>
                          <a:latin typeface="맑은 고딕" pitchFamily="34" charset="0"/>
                          <a:ea typeface="맑은 고딕" pitchFamily="34" charset="-122"/>
                          <a:cs typeface="맑은 고딕" pitchFamily="34" charset="-120"/>
                        </a:rPr>
                        <a:t>역할</a:t>
                      </a:r>
                      <a:endParaRPr lang="en-US" sz="1400" dirty="0">
                        <a:latin typeface="맑은 고딕" charset="0"/>
                        <a:ea typeface="맑은 고딕" charset="0"/>
                        <a:cs typeface="맑은 고딕" charset="0"/>
                      </a:endParaRPr>
                    </a:p>
                  </a:txBody>
                  <a:tcPr marL="109728" marR="109728" anchor="ctr">
                    <a:lnL w="9525" cap="flat" cmpd="sng" algn="ctr">
                      <a:solidFill>
                        <a:srgbClr val="D9DCE0"/>
                      </a:solidFill>
                      <a:prstDash val="solid"/>
                      <a:round/>
                      <a:headEnd type="none" w="med" len="med"/>
                      <a:tailEnd type="none" w="med" len="med"/>
                    </a:lnL>
                    <a:lnR w="9525" cap="flat" cmpd="sng" algn="ctr">
                      <a:solidFill>
                        <a:srgbClr val="D9DCE0"/>
                      </a:solidFill>
                      <a:prstDash val="solid"/>
                      <a:round/>
                      <a:headEnd type="none" w="med" len="med"/>
                      <a:tailEnd type="none" w="med" len="med"/>
                    </a:lnR>
                    <a:lnT w="9525" cap="flat" cmpd="sng" algn="ctr">
                      <a:solidFill>
                        <a:srgbClr val="D9DCE0"/>
                      </a:solidFill>
                      <a:prstDash val="solid"/>
                      <a:round/>
                      <a:headEnd type="none" w="med" len="med"/>
                      <a:tailEnd type="none" w="med" len="med"/>
                    </a:lnT>
                    <a:lnB w="9525" cap="flat" cmpd="sng" algn="ctr">
                      <a:solidFill>
                        <a:srgbClr val="D9DCE0"/>
                      </a:solidFill>
                      <a:prstDash val="solid"/>
                      <a:round/>
                      <a:headEnd type="none" w="med" len="med"/>
                      <a:tailEnd type="none" w="med" len="med"/>
                    </a:lnB>
                    <a:solidFill>
                      <a:srgbClr val="2B2F34"/>
                    </a:solidFill>
                  </a:tcPr>
                </a:tc>
                <a:extLst>
                  <a:ext uri="{0D108BD9-81ED-4DB2-BD59-A6C34878D82A}">
                    <a16:rowId xmlns:a16="http://schemas.microsoft.com/office/drawing/2014/main" val="10000"/>
                  </a:ext>
                </a:extLst>
              </a:tr>
              <a:tr h="640080">
                <a:tc>
                  <a:txBody>
                    <a:bodyPr/>
                    <a:lstStyle/>
                    <a:p>
                      <a:pPr marL="0" indent="0" algn="l">
                        <a:buNone/>
                      </a:pPr>
                      <a:r>
                        <a:rPr lang="en-US" sz="1400" b="1" dirty="0">
                          <a:solidFill>
                            <a:srgbClr val="1F2328"/>
                          </a:solidFill>
                          <a:latin typeface="맑은 고딕" pitchFamily="34" charset="0"/>
                          <a:ea typeface="맑은 고딕" pitchFamily="34" charset="-122"/>
                          <a:cs typeface="맑은 고딕" pitchFamily="34" charset="-120"/>
                        </a:rPr>
                        <a:t>김광훈 (팀장)</a:t>
                      </a:r>
                      <a:endParaRPr lang="en-US" sz="1400" dirty="0">
                        <a:latin typeface="맑은 고딕" charset="0"/>
                        <a:ea typeface="맑은 고딕" charset="0"/>
                        <a:cs typeface="맑은 고딕" charset="0"/>
                      </a:endParaRPr>
                    </a:p>
                  </a:txBody>
                  <a:tcPr marL="109728" marR="109728" anchor="ctr">
                    <a:lnL w="9525" cap="flat" cmpd="sng" algn="ctr">
                      <a:solidFill>
                        <a:srgbClr val="D9DCE0"/>
                      </a:solidFill>
                      <a:prstDash val="solid"/>
                      <a:round/>
                      <a:headEnd type="none" w="med" len="med"/>
                      <a:tailEnd type="none" w="med" len="med"/>
                    </a:lnL>
                    <a:lnR w="9525" cap="flat" cmpd="sng" algn="ctr">
                      <a:solidFill>
                        <a:srgbClr val="D9DCE0"/>
                      </a:solidFill>
                      <a:prstDash val="solid"/>
                      <a:round/>
                      <a:headEnd type="none" w="med" len="med"/>
                      <a:tailEnd type="none" w="med" len="med"/>
                    </a:lnR>
                    <a:lnT w="9525" cap="flat" cmpd="sng" algn="ctr">
                      <a:solidFill>
                        <a:srgbClr val="D9DCE0"/>
                      </a:solidFill>
                      <a:prstDash val="solid"/>
                      <a:round/>
                      <a:headEnd type="none" w="med" len="med"/>
                      <a:tailEnd type="none" w="med" len="med"/>
                    </a:lnT>
                    <a:lnB w="9525" cap="flat" cmpd="sng" algn="ctr">
                      <a:solidFill>
                        <a:srgbClr val="D9DCE0"/>
                      </a:solidFill>
                      <a:prstDash val="solid"/>
                      <a:round/>
                      <a:headEnd type="none" w="med" len="med"/>
                      <a:tailEnd type="none" w="med" len="med"/>
                    </a:lnB>
                    <a:solidFill>
                      <a:srgbClr val="F4F5F6"/>
                    </a:solidFill>
                  </a:tcPr>
                </a:tc>
                <a:tc>
                  <a:txBody>
                    <a:bodyPr/>
                    <a:lstStyle/>
                    <a:p>
                      <a:pPr marL="0" indent="0" algn="l">
                        <a:buNone/>
                      </a:pPr>
                      <a:r>
                        <a:rPr lang="en-US" sz="1400" dirty="0">
                          <a:solidFill>
                            <a:srgbClr val="2B2F34"/>
                          </a:solidFill>
                          <a:latin typeface="맑은 고딕" pitchFamily="34" charset="0"/>
                          <a:ea typeface="맑은 고딕" pitchFamily="34" charset="-122"/>
                          <a:cs typeface="맑은 고딕" pitchFamily="34" charset="-120"/>
                        </a:rPr>
                        <a:t>기획·문서화 · PM</a:t>
                      </a:r>
                      <a:endParaRPr lang="en-US" sz="1400" dirty="0">
                        <a:latin typeface="맑은 고딕" charset="0"/>
                        <a:ea typeface="맑은 고딕" charset="0"/>
                        <a:cs typeface="맑은 고딕" charset="0"/>
                      </a:endParaRPr>
                    </a:p>
                  </a:txBody>
                  <a:tcPr marL="109728" marR="109728" anchor="ctr">
                    <a:lnL w="9525" cap="flat" cmpd="sng" algn="ctr">
                      <a:solidFill>
                        <a:srgbClr val="D9DCE0"/>
                      </a:solidFill>
                      <a:prstDash val="solid"/>
                      <a:round/>
                      <a:headEnd type="none" w="med" len="med"/>
                      <a:tailEnd type="none" w="med" len="med"/>
                    </a:lnL>
                    <a:lnR w="9525" cap="flat" cmpd="sng" algn="ctr">
                      <a:solidFill>
                        <a:srgbClr val="D9DCE0"/>
                      </a:solidFill>
                      <a:prstDash val="solid"/>
                      <a:round/>
                      <a:headEnd type="none" w="med" len="med"/>
                      <a:tailEnd type="none" w="med" len="med"/>
                    </a:lnR>
                    <a:lnT w="9525" cap="flat" cmpd="sng" algn="ctr">
                      <a:solidFill>
                        <a:srgbClr val="D9DCE0"/>
                      </a:solidFill>
                      <a:prstDash val="solid"/>
                      <a:round/>
                      <a:headEnd type="none" w="med" len="med"/>
                      <a:tailEnd type="none" w="med" len="med"/>
                    </a:lnT>
                    <a:lnB w="9525" cap="flat" cmpd="sng" algn="ctr">
                      <a:solidFill>
                        <a:srgbClr val="D9DCE0"/>
                      </a:solidFill>
                      <a:prstDash val="solid"/>
                      <a:round/>
                      <a:headEnd type="none" w="med" len="med"/>
                      <a:tailEnd type="none" w="med" len="med"/>
                    </a:lnB>
                  </a:tcPr>
                </a:tc>
                <a:extLst>
                  <a:ext uri="{0D108BD9-81ED-4DB2-BD59-A6C34878D82A}">
                    <a16:rowId xmlns:a16="http://schemas.microsoft.com/office/drawing/2014/main" val="10001"/>
                  </a:ext>
                </a:extLst>
              </a:tr>
              <a:tr h="640080">
                <a:tc>
                  <a:txBody>
                    <a:bodyPr/>
                    <a:lstStyle/>
                    <a:p>
                      <a:pPr marL="0" indent="0" algn="l">
                        <a:buNone/>
                      </a:pPr>
                      <a:r>
                        <a:rPr lang="en-US" sz="1400" b="1" dirty="0">
                          <a:solidFill>
                            <a:srgbClr val="1F2328"/>
                          </a:solidFill>
                          <a:latin typeface="맑은 고딕" pitchFamily="34" charset="0"/>
                          <a:ea typeface="맑은 고딕" pitchFamily="34" charset="-122"/>
                          <a:cs typeface="맑은 고딕" pitchFamily="34" charset="-120"/>
                        </a:rPr>
                        <a:t>김준우</a:t>
                      </a:r>
                      <a:endParaRPr lang="en-US" sz="1400" dirty="0">
                        <a:latin typeface="맑은 고딕" charset="0"/>
                        <a:ea typeface="맑은 고딕" charset="0"/>
                        <a:cs typeface="맑은 고딕" charset="0"/>
                      </a:endParaRPr>
                    </a:p>
                  </a:txBody>
                  <a:tcPr marL="109728" marR="109728" anchor="ctr">
                    <a:lnL w="9525" cap="flat" cmpd="sng" algn="ctr">
                      <a:solidFill>
                        <a:srgbClr val="D9DCE0"/>
                      </a:solidFill>
                      <a:prstDash val="solid"/>
                      <a:round/>
                      <a:headEnd type="none" w="med" len="med"/>
                      <a:tailEnd type="none" w="med" len="med"/>
                    </a:lnL>
                    <a:lnR w="9525" cap="flat" cmpd="sng" algn="ctr">
                      <a:solidFill>
                        <a:srgbClr val="D9DCE0"/>
                      </a:solidFill>
                      <a:prstDash val="solid"/>
                      <a:round/>
                      <a:headEnd type="none" w="med" len="med"/>
                      <a:tailEnd type="none" w="med" len="med"/>
                    </a:lnR>
                    <a:lnT w="9525" cap="flat" cmpd="sng" algn="ctr">
                      <a:solidFill>
                        <a:srgbClr val="D9DCE0"/>
                      </a:solidFill>
                      <a:prstDash val="solid"/>
                      <a:round/>
                      <a:headEnd type="none" w="med" len="med"/>
                      <a:tailEnd type="none" w="med" len="med"/>
                    </a:lnT>
                    <a:lnB w="9525" cap="flat" cmpd="sng" algn="ctr">
                      <a:solidFill>
                        <a:srgbClr val="D9DCE0"/>
                      </a:solidFill>
                      <a:prstDash val="solid"/>
                      <a:round/>
                      <a:headEnd type="none" w="med" len="med"/>
                      <a:tailEnd type="none" w="med" len="med"/>
                    </a:lnB>
                    <a:solidFill>
                      <a:srgbClr val="F4F5F6"/>
                    </a:solidFill>
                  </a:tcPr>
                </a:tc>
                <a:tc>
                  <a:txBody>
                    <a:bodyPr/>
                    <a:lstStyle/>
                    <a:p>
                      <a:pPr marL="0" indent="0" algn="l">
                        <a:buNone/>
                      </a:pPr>
                      <a:r>
                        <a:rPr lang="en-US" sz="1400" dirty="0">
                          <a:solidFill>
                            <a:srgbClr val="2B2F34"/>
                          </a:solidFill>
                          <a:latin typeface="맑은 고딕" pitchFamily="34" charset="0"/>
                          <a:ea typeface="맑은 고딕" pitchFamily="34" charset="-122"/>
                          <a:cs typeface="맑은 고딕" pitchFamily="34" charset="-120"/>
                        </a:rPr>
                        <a:t>백엔드·프론트엔드·인프라 전체</a:t>
                      </a:r>
                      <a:endParaRPr lang="en-US" sz="1400" dirty="0">
                        <a:latin typeface="맑은 고딕" charset="0"/>
                        <a:ea typeface="맑은 고딕" charset="0"/>
                        <a:cs typeface="맑은 고딕" charset="0"/>
                      </a:endParaRPr>
                    </a:p>
                  </a:txBody>
                  <a:tcPr marL="109728" marR="109728" anchor="ctr">
                    <a:lnL w="9525" cap="flat" cmpd="sng" algn="ctr">
                      <a:solidFill>
                        <a:srgbClr val="D9DCE0"/>
                      </a:solidFill>
                      <a:prstDash val="solid"/>
                      <a:round/>
                      <a:headEnd type="none" w="med" len="med"/>
                      <a:tailEnd type="none" w="med" len="med"/>
                    </a:lnL>
                    <a:lnR w="9525" cap="flat" cmpd="sng" algn="ctr">
                      <a:solidFill>
                        <a:srgbClr val="D9DCE0"/>
                      </a:solidFill>
                      <a:prstDash val="solid"/>
                      <a:round/>
                      <a:headEnd type="none" w="med" len="med"/>
                      <a:tailEnd type="none" w="med" len="med"/>
                    </a:lnR>
                    <a:lnT w="9525" cap="flat" cmpd="sng" algn="ctr">
                      <a:solidFill>
                        <a:srgbClr val="D9DCE0"/>
                      </a:solidFill>
                      <a:prstDash val="solid"/>
                      <a:round/>
                      <a:headEnd type="none" w="med" len="med"/>
                      <a:tailEnd type="none" w="med" len="med"/>
                    </a:lnT>
                    <a:lnB w="9525" cap="flat" cmpd="sng" algn="ctr">
                      <a:solidFill>
                        <a:srgbClr val="D9DCE0"/>
                      </a:solidFill>
                      <a:prstDash val="solid"/>
                      <a:round/>
                      <a:headEnd type="none" w="med" len="med"/>
                      <a:tailEnd type="none" w="med" len="med"/>
                    </a:lnB>
                  </a:tcPr>
                </a:tc>
                <a:extLst>
                  <a:ext uri="{0D108BD9-81ED-4DB2-BD59-A6C34878D82A}">
                    <a16:rowId xmlns:a16="http://schemas.microsoft.com/office/drawing/2014/main" val="10002"/>
                  </a:ext>
                </a:extLst>
              </a:tr>
              <a:tr h="640080">
                <a:tc>
                  <a:txBody>
                    <a:bodyPr/>
                    <a:lstStyle/>
                    <a:p>
                      <a:pPr marL="0" indent="0" algn="l">
                        <a:buNone/>
                      </a:pPr>
                      <a:r>
                        <a:rPr lang="en-US" sz="1400" b="1" dirty="0">
                          <a:solidFill>
                            <a:srgbClr val="1F2328"/>
                          </a:solidFill>
                          <a:latin typeface="맑은 고딕" pitchFamily="34" charset="0"/>
                          <a:ea typeface="맑은 고딕" pitchFamily="34" charset="-122"/>
                          <a:cs typeface="맑은 고딕" pitchFamily="34" charset="-120"/>
                        </a:rPr>
                        <a:t>김민규</a:t>
                      </a:r>
                      <a:endParaRPr lang="en-US" sz="1400" dirty="0">
                        <a:latin typeface="맑은 고딕" charset="0"/>
                        <a:ea typeface="맑은 고딕" charset="0"/>
                        <a:cs typeface="맑은 고딕" charset="0"/>
                      </a:endParaRPr>
                    </a:p>
                  </a:txBody>
                  <a:tcPr marL="109728" marR="109728" anchor="ctr">
                    <a:lnL w="9525" cap="flat" cmpd="sng" algn="ctr">
                      <a:solidFill>
                        <a:srgbClr val="D9DCE0"/>
                      </a:solidFill>
                      <a:prstDash val="solid"/>
                      <a:round/>
                      <a:headEnd type="none" w="med" len="med"/>
                      <a:tailEnd type="none" w="med" len="med"/>
                    </a:lnL>
                    <a:lnR w="9525" cap="flat" cmpd="sng" algn="ctr">
                      <a:solidFill>
                        <a:srgbClr val="D9DCE0"/>
                      </a:solidFill>
                      <a:prstDash val="solid"/>
                      <a:round/>
                      <a:headEnd type="none" w="med" len="med"/>
                      <a:tailEnd type="none" w="med" len="med"/>
                    </a:lnR>
                    <a:lnT w="9525" cap="flat" cmpd="sng" algn="ctr">
                      <a:solidFill>
                        <a:srgbClr val="D9DCE0"/>
                      </a:solidFill>
                      <a:prstDash val="solid"/>
                      <a:round/>
                      <a:headEnd type="none" w="med" len="med"/>
                      <a:tailEnd type="none" w="med" len="med"/>
                    </a:lnT>
                    <a:lnB w="9525" cap="flat" cmpd="sng" algn="ctr">
                      <a:solidFill>
                        <a:srgbClr val="D9DCE0"/>
                      </a:solidFill>
                      <a:prstDash val="solid"/>
                      <a:round/>
                      <a:headEnd type="none" w="med" len="med"/>
                      <a:tailEnd type="none" w="med" len="med"/>
                    </a:lnB>
                    <a:solidFill>
                      <a:srgbClr val="F4F5F6"/>
                    </a:solidFill>
                  </a:tcPr>
                </a:tc>
                <a:tc>
                  <a:txBody>
                    <a:bodyPr/>
                    <a:lstStyle/>
                    <a:p>
                      <a:pPr marL="0" indent="0" algn="l">
                        <a:buNone/>
                      </a:pPr>
                      <a:r>
                        <a:rPr lang="en-US" sz="1400" dirty="0">
                          <a:solidFill>
                            <a:srgbClr val="2B2F34"/>
                          </a:solidFill>
                          <a:latin typeface="맑은 고딕" pitchFamily="34" charset="0"/>
                          <a:ea typeface="맑은 고딕" pitchFamily="34" charset="-122"/>
                          <a:cs typeface="맑은 고딕" pitchFamily="34" charset="-120"/>
                        </a:rPr>
                        <a:t>AI 모델링 (YOLOv8)</a:t>
                      </a:r>
                      <a:endParaRPr lang="en-US" sz="1400" dirty="0">
                        <a:latin typeface="맑은 고딕" charset="0"/>
                        <a:ea typeface="맑은 고딕" charset="0"/>
                        <a:cs typeface="맑은 고딕" charset="0"/>
                      </a:endParaRPr>
                    </a:p>
                  </a:txBody>
                  <a:tcPr marL="109728" marR="109728" anchor="ctr">
                    <a:lnL w="9525" cap="flat" cmpd="sng" algn="ctr">
                      <a:solidFill>
                        <a:srgbClr val="D9DCE0"/>
                      </a:solidFill>
                      <a:prstDash val="solid"/>
                      <a:round/>
                      <a:headEnd type="none" w="med" len="med"/>
                      <a:tailEnd type="none" w="med" len="med"/>
                    </a:lnL>
                    <a:lnR w="9525" cap="flat" cmpd="sng" algn="ctr">
                      <a:solidFill>
                        <a:srgbClr val="D9DCE0"/>
                      </a:solidFill>
                      <a:prstDash val="solid"/>
                      <a:round/>
                      <a:headEnd type="none" w="med" len="med"/>
                      <a:tailEnd type="none" w="med" len="med"/>
                    </a:lnR>
                    <a:lnT w="9525" cap="flat" cmpd="sng" algn="ctr">
                      <a:solidFill>
                        <a:srgbClr val="D9DCE0"/>
                      </a:solidFill>
                      <a:prstDash val="solid"/>
                      <a:round/>
                      <a:headEnd type="none" w="med" len="med"/>
                      <a:tailEnd type="none" w="med" len="med"/>
                    </a:lnT>
                    <a:lnB w="9525" cap="flat" cmpd="sng" algn="ctr">
                      <a:solidFill>
                        <a:srgbClr val="D9DCE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pic>
        <p:nvPicPr>
          <p:cNvPr id="10" name="Image 0" descr="팀 회의 장면"/>
          <p:cNvPicPr>
            <a:picLocks noChangeAspect="1"/>
          </p:cNvPicPr>
          <p:nvPr/>
        </p:nvPicPr>
        <p:blipFill>
          <a:blip r:embed="rId3"/>
          <a:srcRect/>
          <a:stretch/>
        </p:blipFill>
        <p:spPr>
          <a:xfrm>
            <a:off x="6035040" y="4389120"/>
            <a:ext cx="2651760" cy="1463040"/>
          </a:xfrm>
          <a:prstGeom prst="rect">
            <a:avLst/>
          </a:prstGeom>
        </p:spPr>
      </p:pic>
      <p:pic>
        <p:nvPicPr>
          <p:cNvPr id="5" name="Image 1" descr="팀 협업 장면"/>
          <p:cNvPicPr>
            <a:picLocks noChangeAspect="1"/>
          </p:cNvPicPr>
          <p:nvPr/>
        </p:nvPicPr>
        <p:blipFill>
          <a:blip r:embed="rId4"/>
          <a:srcRect/>
          <a:stretch/>
        </p:blipFill>
        <p:spPr>
          <a:xfrm>
            <a:off x="8897112" y="4389120"/>
            <a:ext cx="2651760" cy="1463040"/>
          </a:xfrm>
          <a:prstGeom prst="rect">
            <a:avLst/>
          </a:prstGeom>
        </p:spPr>
      </p:pic>
      <p:sp>
        <p:nvSpPr>
          <p:cNvPr id="12" name="Text 5"/>
          <p:cNvSpPr txBox="1"/>
          <p:nvPr/>
        </p:nvSpPr>
        <p:spPr>
          <a:xfrm>
            <a:off x="6035040" y="5925312"/>
            <a:ext cx="5513832" cy="274320"/>
          </a:xfrm>
          <a:prstGeom prst="rect">
            <a:avLst/>
          </a:prstGeom>
          <a:noFill/>
          <a:ln/>
        </p:spPr>
        <p:txBody>
          <a:bodyPr wrap="square" lIns="0" tIns="0" rIns="0" bIns="0" rtlCol="0" anchor="t"/>
          <a:lstStyle/>
          <a:p>
            <a:pPr marL="0" indent="0" algn="l">
              <a:lnSpc>
                <a:spcPct val="115000"/>
              </a:lnSpc>
              <a:buNone/>
            </a:pPr>
            <a:r>
              <a:rPr lang="en-US" sz="1100" dirty="0">
                <a:solidFill>
                  <a:srgbClr val="6B7280"/>
                </a:solidFill>
                <a:latin typeface="맑은 고딕" pitchFamily="34" charset="0"/>
                <a:ea typeface="맑은 고딕" pitchFamily="34" charset="-122"/>
                <a:cs typeface="맑은 고딕" pitchFamily="34" charset="-120"/>
              </a:rPr>
              <a:t>그림 2. 팀 회의 및 협업 활동</a:t>
            </a:r>
            <a:endParaRPr lang="en-US" sz="1100" dirty="0"/>
          </a:p>
        </p:txBody>
      </p:sp>
      <p:sp>
        <p:nvSpPr>
          <p:cNvPr id="25" name="Slide Number Placeholder 0"/>
          <p:cNvSpPr>
            <a:spLocks noGrp="1"/>
          </p:cNvSpPr>
          <p:nvPr>
            <p:ph type="sldNum" sz="quarter" idx="4294967295"/>
          </p:nvPr>
        </p:nvSpPr>
        <p:spPr>
          <a:xfrm>
            <a:off x="10634472" y="6455664"/>
            <a:ext cx="9144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latin typeface="맑은 고딕"/>
                <a:ea typeface="맑은 고딕"/>
                <a:cs typeface="맑은 고딕"/>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40080" y="402336"/>
            <a:ext cx="8229600" cy="274320"/>
          </a:xfrm>
          <a:prstGeom prst="rect">
            <a:avLst/>
          </a:prstGeom>
          <a:noFill/>
          <a:ln/>
        </p:spPr>
        <p:txBody>
          <a:bodyPr wrap="square" lIns="0" tIns="0" rIns="0" bIns="0" rtlCol="0" anchor="ctr"/>
          <a:lstStyle/>
          <a:p>
            <a:pPr marL="0" indent="0">
              <a:buNone/>
            </a:pPr>
            <a:r>
              <a:rPr lang="en-US" sz="1200" b="1" kern="0" spc="100" dirty="0">
                <a:solidFill>
                  <a:srgbClr val="B8562E"/>
                </a:solidFill>
                <a:latin typeface="맑은 고딕" pitchFamily="34" charset="0"/>
                <a:ea typeface="맑은 고딕" pitchFamily="34" charset="-122"/>
                <a:cs typeface="맑은 고딕" pitchFamily="34" charset="-120"/>
              </a:rPr>
              <a:t>04 · Key Features</a:t>
            </a:r>
            <a:endParaRPr lang="en-US" sz="1200" dirty="0"/>
          </a:p>
        </p:txBody>
      </p:sp>
      <p:sp>
        <p:nvSpPr>
          <p:cNvPr id="3" name="Text 0"/>
          <p:cNvSpPr>
            <a:spLocks noGrp="1"/>
          </p:cNvSpPr>
          <p:nvPr>
            <p:ph type="title" idx="100" hasCustomPrompt="1"/>
          </p:nvPr>
        </p:nvSpPr>
        <p:spPr>
          <a:xfrm>
            <a:off x="640080" y="731520"/>
            <a:ext cx="10908792" cy="640080"/>
          </a:xfrm>
          <a:prstGeom prst="rect">
            <a:avLst/>
          </a:prstGeom>
          <a:noFill/>
          <a:ln/>
        </p:spPr>
        <p:txBody>
          <a:bodyPr wrap="square" lIns="0" tIns="0" rIns="0" bIns="0" rtlCol="0" anchor="t"/>
          <a:lstStyle/>
          <a:p>
            <a:pPr marL="0" indent="0" algn="l">
              <a:buNone/>
            </a:pPr>
            <a:r>
              <a:rPr lang="en-US" sz="3000" b="1" dirty="0">
                <a:solidFill>
                  <a:srgbClr val="1F2328"/>
                </a:solidFill>
                <a:latin typeface="맑은 고딕" pitchFamily="34" charset="0"/>
                <a:ea typeface="맑은 고딕" pitchFamily="34" charset="-122"/>
                <a:cs typeface="맑은 고딕" pitchFamily="34" charset="-120"/>
              </a:rPr>
              <a:t>요구사항 및 주요 기능</a:t>
            </a:r>
            <a:endParaRPr lang="en-US" sz="3000" dirty="0"/>
          </a:p>
        </p:txBody>
      </p:sp>
      <p:sp>
        <p:nvSpPr>
          <p:cNvPr id="5" name="Text 2"/>
          <p:cNvSpPr txBox="1"/>
          <p:nvPr/>
        </p:nvSpPr>
        <p:spPr>
          <a:xfrm>
            <a:off x="640080" y="1417320"/>
            <a:ext cx="10881360" cy="274320"/>
          </a:xfrm>
          <a:prstGeom prst="rect">
            <a:avLst/>
          </a:prstGeom>
          <a:noFill/>
          <a:ln/>
        </p:spPr>
        <p:txBody>
          <a:bodyPr wrap="square" lIns="0" tIns="0" rIns="0" bIns="0" rtlCol="0" anchor="t"/>
          <a:lstStyle/>
          <a:p>
            <a:pPr marL="0" indent="0" algn="l">
              <a:lnSpc>
                <a:spcPct val="115000"/>
              </a:lnSpc>
              <a:buNone/>
            </a:pPr>
            <a:r>
              <a:rPr lang="en-US" sz="1400" dirty="0">
                <a:solidFill>
                  <a:srgbClr val="6B7280"/>
                </a:solidFill>
                <a:latin typeface="맑은 고딕" pitchFamily="34" charset="0"/>
                <a:ea typeface="맑은 고딕" pitchFamily="34" charset="-122"/>
                <a:cs typeface="맑은 고딕" pitchFamily="34" charset="-120"/>
              </a:rPr>
              <a:t>요구사항 정의서 기준  ·  기능 요구사항 9건 / 비기능 요구사항 3건</a:t>
            </a:r>
            <a:endParaRPr lang="en-US" sz="1400" dirty="0"/>
          </a:p>
        </p:txBody>
      </p:sp>
      <p:pic>
        <p:nvPicPr>
          <p:cNvPr id="6" name="Image 0" descr="계층 구조 관리"/>
          <p:cNvPicPr>
            <a:picLocks noChangeAspect="1"/>
          </p:cNvPicPr>
          <p:nvPr/>
        </p:nvPicPr>
        <p:blipFill>
          <a:blip r:embed="rId3"/>
          <a:stretch>
            <a:fillRect/>
          </a:stretch>
        </p:blipFill>
        <p:spPr>
          <a:xfrm>
            <a:off x="640080" y="1993392"/>
            <a:ext cx="457200" cy="457200"/>
          </a:xfrm>
          <a:prstGeom prst="rect">
            <a:avLst/>
          </a:prstGeom>
        </p:spPr>
      </p:pic>
      <p:sp>
        <p:nvSpPr>
          <p:cNvPr id="7" name="Text 3"/>
          <p:cNvSpPr txBox="1"/>
          <p:nvPr/>
        </p:nvSpPr>
        <p:spPr>
          <a:xfrm>
            <a:off x="1371600" y="1938528"/>
            <a:ext cx="5852160" cy="320040"/>
          </a:xfrm>
          <a:prstGeom prst="rect">
            <a:avLst/>
          </a:prstGeom>
          <a:noFill/>
          <a:ln/>
        </p:spPr>
        <p:txBody>
          <a:bodyPr wrap="square" lIns="0" tIns="0" rIns="0" bIns="0" rtlCol="0" anchor="t"/>
          <a:lstStyle/>
          <a:p>
            <a:pPr marL="0" indent="0" algn="l">
              <a:lnSpc>
                <a:spcPct val="115000"/>
              </a:lnSpc>
              <a:buNone/>
            </a:pPr>
            <a:r>
              <a:rPr lang="en-US" sz="1700" b="1" dirty="0">
                <a:solidFill>
                  <a:srgbClr val="1F2328"/>
                </a:solidFill>
                <a:latin typeface="맑은 고딕" pitchFamily="34" charset="0"/>
                <a:ea typeface="맑은 고딕" pitchFamily="34" charset="-122"/>
                <a:cs typeface="맑은 고딕" pitchFamily="34" charset="-120"/>
              </a:rPr>
              <a:t>계층 구조 관리</a:t>
            </a:r>
            <a:endParaRPr lang="en-US" sz="1700" dirty="0"/>
          </a:p>
        </p:txBody>
      </p:sp>
      <p:sp>
        <p:nvSpPr>
          <p:cNvPr id="8" name="Text 4"/>
          <p:cNvSpPr txBox="1"/>
          <p:nvPr/>
        </p:nvSpPr>
        <p:spPr>
          <a:xfrm>
            <a:off x="1371600" y="2304288"/>
            <a:ext cx="5852160" cy="292608"/>
          </a:xfrm>
          <a:prstGeom prst="rect">
            <a:avLst/>
          </a:prstGeom>
          <a:noFill/>
          <a:ln/>
        </p:spPr>
        <p:txBody>
          <a:bodyPr wrap="square" lIns="0" tIns="0" rIns="0" bIns="0" rtlCol="0" anchor="t"/>
          <a:lstStyle/>
          <a:p>
            <a:pPr marL="0" indent="0" algn="l">
              <a:lnSpc>
                <a:spcPct val="115000"/>
              </a:lnSpc>
              <a:buNone/>
            </a:pPr>
            <a:r>
              <a:rPr lang="en-US" sz="1400" dirty="0">
                <a:solidFill>
                  <a:srgbClr val="6B7280"/>
                </a:solidFill>
                <a:latin typeface="맑은 고딕" pitchFamily="34" charset="0"/>
                <a:ea typeface="맑은 고딕" pitchFamily="34" charset="-122"/>
                <a:cs typeface="맑은 고딕" pitchFamily="34" charset="-120"/>
              </a:rPr>
              <a:t>건물 → 점검 프로젝트 → 구역(zone)</a:t>
            </a:r>
            <a:endParaRPr lang="en-US" sz="1400" dirty="0"/>
          </a:p>
        </p:txBody>
      </p:sp>
      <p:sp>
        <p:nvSpPr>
          <p:cNvPr id="9" name="Shape 5"/>
          <p:cNvSpPr/>
          <p:nvPr/>
        </p:nvSpPr>
        <p:spPr>
          <a:xfrm>
            <a:off x="640080" y="2688336"/>
            <a:ext cx="6583680" cy="0"/>
          </a:xfrm>
          <a:prstGeom prst="line">
            <a:avLst/>
          </a:prstGeom>
          <a:noFill/>
          <a:ln w="9525">
            <a:solidFill>
              <a:srgbClr val="D9DCE0"/>
            </a:solidFill>
            <a:prstDash val="solid"/>
          </a:ln>
        </p:spPr>
      </p:sp>
      <p:pic>
        <p:nvPicPr>
          <p:cNvPr id="10" name="Image 1" descr="AI 균열 자동 탐지"/>
          <p:cNvPicPr>
            <a:picLocks noChangeAspect="1"/>
          </p:cNvPicPr>
          <p:nvPr/>
        </p:nvPicPr>
        <p:blipFill>
          <a:blip r:embed="rId4"/>
          <a:stretch>
            <a:fillRect/>
          </a:stretch>
        </p:blipFill>
        <p:spPr>
          <a:xfrm>
            <a:off x="640080" y="2843784"/>
            <a:ext cx="457200" cy="457200"/>
          </a:xfrm>
          <a:prstGeom prst="rect">
            <a:avLst/>
          </a:prstGeom>
        </p:spPr>
      </p:pic>
      <p:sp>
        <p:nvSpPr>
          <p:cNvPr id="11" name="Text 6"/>
          <p:cNvSpPr txBox="1"/>
          <p:nvPr/>
        </p:nvSpPr>
        <p:spPr>
          <a:xfrm>
            <a:off x="1371600" y="2788920"/>
            <a:ext cx="5852160" cy="320040"/>
          </a:xfrm>
          <a:prstGeom prst="rect">
            <a:avLst/>
          </a:prstGeom>
          <a:noFill/>
          <a:ln/>
        </p:spPr>
        <p:txBody>
          <a:bodyPr wrap="square" lIns="0" tIns="0" rIns="0" bIns="0" rtlCol="0" anchor="t"/>
          <a:lstStyle/>
          <a:p>
            <a:pPr marL="0" indent="0" algn="l">
              <a:lnSpc>
                <a:spcPct val="115000"/>
              </a:lnSpc>
              <a:buNone/>
            </a:pPr>
            <a:r>
              <a:rPr lang="en-US" sz="1700" b="1" dirty="0">
                <a:solidFill>
                  <a:srgbClr val="1F2328"/>
                </a:solidFill>
                <a:latin typeface="맑은 고딕" pitchFamily="34" charset="0"/>
                <a:ea typeface="맑은 고딕" pitchFamily="34" charset="-122"/>
                <a:cs typeface="맑은 고딕" pitchFamily="34" charset="-120"/>
              </a:rPr>
              <a:t>AI 균열 자동 탐지</a:t>
            </a:r>
            <a:endParaRPr lang="en-US" sz="1700" dirty="0"/>
          </a:p>
        </p:txBody>
      </p:sp>
      <p:sp>
        <p:nvSpPr>
          <p:cNvPr id="12" name="Text 7"/>
          <p:cNvSpPr txBox="1"/>
          <p:nvPr/>
        </p:nvSpPr>
        <p:spPr>
          <a:xfrm>
            <a:off x="1371600" y="3154680"/>
            <a:ext cx="5852160" cy="292608"/>
          </a:xfrm>
          <a:prstGeom prst="rect">
            <a:avLst/>
          </a:prstGeom>
          <a:noFill/>
          <a:ln/>
        </p:spPr>
        <p:txBody>
          <a:bodyPr wrap="square" lIns="0" tIns="0" rIns="0" bIns="0" rtlCol="0" anchor="t"/>
          <a:lstStyle/>
          <a:p>
            <a:pPr marL="0" indent="0" algn="l">
              <a:lnSpc>
                <a:spcPct val="115000"/>
              </a:lnSpc>
              <a:buNone/>
            </a:pPr>
            <a:r>
              <a:rPr lang="en-US" sz="1400" dirty="0">
                <a:solidFill>
                  <a:srgbClr val="6B7280"/>
                </a:solidFill>
                <a:latin typeface="맑은 고딕" pitchFamily="34" charset="0"/>
                <a:ea typeface="맑은 고딕" pitchFamily="34" charset="-122"/>
                <a:cs typeface="맑은 고딕" pitchFamily="34" charset="-120"/>
              </a:rPr>
              <a:t>YOLOv8 기반 바운딩박스·신뢰도·심각도·너비 반환</a:t>
            </a:r>
            <a:endParaRPr lang="en-US" sz="1400" dirty="0"/>
          </a:p>
        </p:txBody>
      </p:sp>
      <p:sp>
        <p:nvSpPr>
          <p:cNvPr id="13" name="Shape 8"/>
          <p:cNvSpPr/>
          <p:nvPr/>
        </p:nvSpPr>
        <p:spPr>
          <a:xfrm>
            <a:off x="640080" y="3538728"/>
            <a:ext cx="6583680" cy="0"/>
          </a:xfrm>
          <a:prstGeom prst="line">
            <a:avLst/>
          </a:prstGeom>
          <a:noFill/>
          <a:ln w="9525">
            <a:solidFill>
              <a:srgbClr val="D9DCE0"/>
            </a:solidFill>
            <a:prstDash val="solid"/>
          </a:ln>
        </p:spPr>
      </p:sp>
      <p:pic>
        <p:nvPicPr>
          <p:cNvPr id="14" name="Image 2" descr="안전등급 자동 산정"/>
          <p:cNvPicPr>
            <a:picLocks noChangeAspect="1"/>
          </p:cNvPicPr>
          <p:nvPr/>
        </p:nvPicPr>
        <p:blipFill>
          <a:blip r:embed="rId5"/>
          <a:stretch>
            <a:fillRect/>
          </a:stretch>
        </p:blipFill>
        <p:spPr>
          <a:xfrm>
            <a:off x="640080" y="3694176"/>
            <a:ext cx="457200" cy="457200"/>
          </a:xfrm>
          <a:prstGeom prst="rect">
            <a:avLst/>
          </a:prstGeom>
        </p:spPr>
      </p:pic>
      <p:sp>
        <p:nvSpPr>
          <p:cNvPr id="15" name="Text 9"/>
          <p:cNvSpPr txBox="1"/>
          <p:nvPr/>
        </p:nvSpPr>
        <p:spPr>
          <a:xfrm>
            <a:off x="1371600" y="3639312"/>
            <a:ext cx="5852160" cy="320040"/>
          </a:xfrm>
          <a:prstGeom prst="rect">
            <a:avLst/>
          </a:prstGeom>
          <a:noFill/>
          <a:ln/>
        </p:spPr>
        <p:txBody>
          <a:bodyPr wrap="square" lIns="0" tIns="0" rIns="0" bIns="0" rtlCol="0" anchor="t"/>
          <a:lstStyle/>
          <a:p>
            <a:pPr marL="0" indent="0" algn="l">
              <a:lnSpc>
                <a:spcPct val="115000"/>
              </a:lnSpc>
              <a:buNone/>
            </a:pPr>
            <a:r>
              <a:rPr lang="en-US" sz="1700" b="1" dirty="0">
                <a:solidFill>
                  <a:srgbClr val="1F2328"/>
                </a:solidFill>
                <a:latin typeface="맑은 고딕" pitchFamily="34" charset="0"/>
                <a:ea typeface="맑은 고딕" pitchFamily="34" charset="-122"/>
                <a:cs typeface="맑은 고딕" pitchFamily="34" charset="-120"/>
              </a:rPr>
              <a:t>안전등급 자동 산정</a:t>
            </a:r>
            <a:endParaRPr lang="en-US" sz="1700" dirty="0"/>
          </a:p>
        </p:txBody>
      </p:sp>
      <p:sp>
        <p:nvSpPr>
          <p:cNvPr id="16" name="Text 10"/>
          <p:cNvSpPr txBox="1"/>
          <p:nvPr/>
        </p:nvSpPr>
        <p:spPr>
          <a:xfrm>
            <a:off x="1371600" y="4005072"/>
            <a:ext cx="5852160" cy="292608"/>
          </a:xfrm>
          <a:prstGeom prst="rect">
            <a:avLst/>
          </a:prstGeom>
          <a:noFill/>
          <a:ln/>
        </p:spPr>
        <p:txBody>
          <a:bodyPr wrap="square" lIns="0" tIns="0" rIns="0" bIns="0" rtlCol="0" anchor="t"/>
          <a:lstStyle/>
          <a:p>
            <a:pPr marL="0" indent="0" algn="l">
              <a:lnSpc>
                <a:spcPct val="115000"/>
              </a:lnSpc>
              <a:buNone/>
            </a:pPr>
            <a:r>
              <a:rPr lang="en-US" sz="1400" dirty="0">
                <a:solidFill>
                  <a:srgbClr val="6B7280"/>
                </a:solidFill>
                <a:latin typeface="맑은 고딕" pitchFamily="34" charset="0"/>
                <a:ea typeface="맑은 고딕" pitchFamily="34" charset="-122"/>
                <a:cs typeface="맑은 고딕" pitchFamily="34" charset="-120"/>
              </a:rPr>
              <a:t>균열 폭(mm) 기준 A~E 등급</a:t>
            </a:r>
            <a:endParaRPr lang="en-US" sz="1400" dirty="0"/>
          </a:p>
        </p:txBody>
      </p:sp>
      <p:sp>
        <p:nvSpPr>
          <p:cNvPr id="17" name="Shape 11"/>
          <p:cNvSpPr/>
          <p:nvPr/>
        </p:nvSpPr>
        <p:spPr>
          <a:xfrm>
            <a:off x="640080" y="4389120"/>
            <a:ext cx="6583680" cy="0"/>
          </a:xfrm>
          <a:prstGeom prst="line">
            <a:avLst/>
          </a:prstGeom>
          <a:noFill/>
          <a:ln w="9525">
            <a:solidFill>
              <a:srgbClr val="D9DCE0"/>
            </a:solidFill>
            <a:prstDash val="solid"/>
          </a:ln>
        </p:spPr>
      </p:sp>
      <p:pic>
        <p:nvPicPr>
          <p:cNvPr id="18" name="Image 3" descr="보고서 자동 생성"/>
          <p:cNvPicPr>
            <a:picLocks noChangeAspect="1"/>
          </p:cNvPicPr>
          <p:nvPr/>
        </p:nvPicPr>
        <p:blipFill>
          <a:blip r:embed="rId6"/>
          <a:stretch>
            <a:fillRect/>
          </a:stretch>
        </p:blipFill>
        <p:spPr>
          <a:xfrm>
            <a:off x="640080" y="4544568"/>
            <a:ext cx="457200" cy="457200"/>
          </a:xfrm>
          <a:prstGeom prst="rect">
            <a:avLst/>
          </a:prstGeom>
        </p:spPr>
      </p:pic>
      <p:sp>
        <p:nvSpPr>
          <p:cNvPr id="19" name="Text 12"/>
          <p:cNvSpPr txBox="1"/>
          <p:nvPr/>
        </p:nvSpPr>
        <p:spPr>
          <a:xfrm>
            <a:off x="1371600" y="4489704"/>
            <a:ext cx="5852160" cy="320040"/>
          </a:xfrm>
          <a:prstGeom prst="rect">
            <a:avLst/>
          </a:prstGeom>
          <a:noFill/>
          <a:ln/>
        </p:spPr>
        <p:txBody>
          <a:bodyPr wrap="square" lIns="0" tIns="0" rIns="0" bIns="0" rtlCol="0" anchor="t"/>
          <a:lstStyle/>
          <a:p>
            <a:pPr marL="0" indent="0" algn="l">
              <a:lnSpc>
                <a:spcPct val="115000"/>
              </a:lnSpc>
              <a:buNone/>
            </a:pPr>
            <a:r>
              <a:rPr lang="en-US" sz="1700" b="1" dirty="0">
                <a:solidFill>
                  <a:srgbClr val="1F2328"/>
                </a:solidFill>
                <a:latin typeface="맑은 고딕" pitchFamily="34" charset="0"/>
                <a:ea typeface="맑은 고딕" pitchFamily="34" charset="-122"/>
                <a:cs typeface="맑은 고딕" pitchFamily="34" charset="-120"/>
              </a:rPr>
              <a:t>보고서 자동 생성</a:t>
            </a:r>
            <a:endParaRPr lang="en-US" sz="1700" dirty="0"/>
          </a:p>
        </p:txBody>
      </p:sp>
      <p:sp>
        <p:nvSpPr>
          <p:cNvPr id="20" name="Text 13"/>
          <p:cNvSpPr txBox="1"/>
          <p:nvPr/>
        </p:nvSpPr>
        <p:spPr>
          <a:xfrm>
            <a:off x="1371600" y="4855464"/>
            <a:ext cx="5852160" cy="292608"/>
          </a:xfrm>
          <a:prstGeom prst="rect">
            <a:avLst/>
          </a:prstGeom>
          <a:noFill/>
          <a:ln/>
        </p:spPr>
        <p:txBody>
          <a:bodyPr wrap="square" lIns="0" tIns="0" rIns="0" bIns="0" rtlCol="0" anchor="t"/>
          <a:lstStyle/>
          <a:p>
            <a:pPr marL="0" indent="0" algn="l">
              <a:lnSpc>
                <a:spcPct val="115000"/>
              </a:lnSpc>
              <a:buNone/>
            </a:pPr>
            <a:r>
              <a:rPr lang="en-US" sz="1400" dirty="0">
                <a:solidFill>
                  <a:srgbClr val="6B7280"/>
                </a:solidFill>
                <a:latin typeface="맑은 고딕" pitchFamily="34" charset="0"/>
                <a:ea typeface="맑은 고딕" pitchFamily="34" charset="-122"/>
                <a:cs typeface="맑은 고딕" pitchFamily="34" charset="-120"/>
              </a:rPr>
              <a:t>PDF/DOCX 비동기 생성</a:t>
            </a:r>
            <a:endParaRPr lang="en-US" sz="1400" dirty="0"/>
          </a:p>
        </p:txBody>
      </p:sp>
      <p:sp>
        <p:nvSpPr>
          <p:cNvPr id="21" name="Shape 14"/>
          <p:cNvSpPr/>
          <p:nvPr/>
        </p:nvSpPr>
        <p:spPr>
          <a:xfrm>
            <a:off x="640080" y="5239512"/>
            <a:ext cx="6583680" cy="0"/>
          </a:xfrm>
          <a:prstGeom prst="line">
            <a:avLst/>
          </a:prstGeom>
          <a:noFill/>
          <a:ln w="9525">
            <a:solidFill>
              <a:srgbClr val="D9DCE0"/>
            </a:solidFill>
            <a:prstDash val="solid"/>
          </a:ln>
        </p:spPr>
      </p:sp>
      <p:pic>
        <p:nvPicPr>
          <p:cNvPr id="22" name="Image 4" descr="JWT 인증"/>
          <p:cNvPicPr>
            <a:picLocks noChangeAspect="1"/>
          </p:cNvPicPr>
          <p:nvPr/>
        </p:nvPicPr>
        <p:blipFill>
          <a:blip r:embed="rId7"/>
          <a:stretch>
            <a:fillRect/>
          </a:stretch>
        </p:blipFill>
        <p:spPr>
          <a:xfrm>
            <a:off x="640080" y="5394960"/>
            <a:ext cx="457200" cy="457200"/>
          </a:xfrm>
          <a:prstGeom prst="rect">
            <a:avLst/>
          </a:prstGeom>
        </p:spPr>
      </p:pic>
      <p:sp>
        <p:nvSpPr>
          <p:cNvPr id="23" name="Text 15"/>
          <p:cNvSpPr txBox="1"/>
          <p:nvPr/>
        </p:nvSpPr>
        <p:spPr>
          <a:xfrm>
            <a:off x="1371600" y="5340096"/>
            <a:ext cx="5852160" cy="320040"/>
          </a:xfrm>
          <a:prstGeom prst="rect">
            <a:avLst/>
          </a:prstGeom>
          <a:noFill/>
          <a:ln/>
        </p:spPr>
        <p:txBody>
          <a:bodyPr wrap="square" lIns="0" tIns="0" rIns="0" bIns="0" rtlCol="0" anchor="t"/>
          <a:lstStyle/>
          <a:p>
            <a:pPr marL="0" indent="0" algn="l">
              <a:lnSpc>
                <a:spcPct val="115000"/>
              </a:lnSpc>
              <a:buNone/>
            </a:pPr>
            <a:r>
              <a:rPr lang="en-US" sz="1700" b="1" dirty="0">
                <a:solidFill>
                  <a:srgbClr val="1F2328"/>
                </a:solidFill>
                <a:latin typeface="맑은 고딕" pitchFamily="34" charset="0"/>
                <a:ea typeface="맑은 고딕" pitchFamily="34" charset="-122"/>
                <a:cs typeface="맑은 고딕" pitchFamily="34" charset="-120"/>
              </a:rPr>
              <a:t>JWT 인증</a:t>
            </a:r>
            <a:endParaRPr lang="en-US" sz="1700" dirty="0"/>
          </a:p>
        </p:txBody>
      </p:sp>
      <p:sp>
        <p:nvSpPr>
          <p:cNvPr id="24" name="Text 16"/>
          <p:cNvSpPr txBox="1"/>
          <p:nvPr/>
        </p:nvSpPr>
        <p:spPr>
          <a:xfrm>
            <a:off x="1371600" y="5705856"/>
            <a:ext cx="5852160" cy="292608"/>
          </a:xfrm>
          <a:prstGeom prst="rect">
            <a:avLst/>
          </a:prstGeom>
          <a:noFill/>
          <a:ln/>
        </p:spPr>
        <p:txBody>
          <a:bodyPr wrap="square" lIns="0" tIns="0" rIns="0" bIns="0" rtlCol="0" anchor="t"/>
          <a:lstStyle/>
          <a:p>
            <a:pPr marL="0" indent="0" algn="l">
              <a:lnSpc>
                <a:spcPct val="115000"/>
              </a:lnSpc>
              <a:buNone/>
            </a:pPr>
            <a:r>
              <a:rPr lang="en-US" sz="1400" dirty="0">
                <a:solidFill>
                  <a:srgbClr val="6B7280"/>
                </a:solidFill>
                <a:latin typeface="맑은 고딕" pitchFamily="34" charset="0"/>
                <a:ea typeface="맑은 고딕" pitchFamily="34" charset="-122"/>
                <a:cs typeface="맑은 고딕" pitchFamily="34" charset="-120"/>
              </a:rPr>
              <a:t>Access 30분 / Refresh 7일</a:t>
            </a:r>
            <a:endParaRPr lang="en-US" sz="1400" dirty="0"/>
          </a:p>
        </p:txBody>
      </p:sp>
      <p:pic>
        <p:nvPicPr>
          <p:cNvPr id="25" name="Image 5" descr="점검 프로젝트 목록 화면"/>
          <p:cNvPicPr>
            <a:picLocks noChangeAspect="1"/>
          </p:cNvPicPr>
          <p:nvPr/>
        </p:nvPicPr>
        <p:blipFill>
          <a:blip r:embed="rId8"/>
          <a:stretch>
            <a:fillRect/>
          </a:stretch>
        </p:blipFill>
        <p:spPr>
          <a:xfrm>
            <a:off x="7635240" y="1783080"/>
            <a:ext cx="1947989" cy="4160520"/>
          </a:xfrm>
          <a:prstGeom prst="rect">
            <a:avLst/>
          </a:prstGeom>
        </p:spPr>
      </p:pic>
      <p:pic>
        <p:nvPicPr>
          <p:cNvPr id="26" name="Image 6" descr="프로젝트 상세 화면 (구역별 현황)"/>
          <p:cNvPicPr>
            <a:picLocks noChangeAspect="1"/>
          </p:cNvPicPr>
          <p:nvPr/>
        </p:nvPicPr>
        <p:blipFill>
          <a:blip r:embed="rId9"/>
          <a:stretch>
            <a:fillRect/>
          </a:stretch>
        </p:blipFill>
        <p:spPr>
          <a:xfrm>
            <a:off x="9811829" y="1783080"/>
            <a:ext cx="1951997" cy="4160520"/>
          </a:xfrm>
          <a:prstGeom prst="rect">
            <a:avLst/>
          </a:prstGeom>
        </p:spPr>
      </p:pic>
      <p:sp>
        <p:nvSpPr>
          <p:cNvPr id="27" name="Text 17"/>
          <p:cNvSpPr txBox="1"/>
          <p:nvPr/>
        </p:nvSpPr>
        <p:spPr>
          <a:xfrm>
            <a:off x="7635240" y="5989320"/>
            <a:ext cx="4128586" cy="274320"/>
          </a:xfrm>
          <a:prstGeom prst="rect">
            <a:avLst/>
          </a:prstGeom>
          <a:noFill/>
          <a:ln/>
        </p:spPr>
        <p:txBody>
          <a:bodyPr wrap="square" lIns="0" tIns="0" rIns="0" bIns="0" rtlCol="0" anchor="t"/>
          <a:lstStyle/>
          <a:p>
            <a:pPr marL="0" indent="0" algn="l">
              <a:lnSpc>
                <a:spcPct val="115000"/>
              </a:lnSpc>
              <a:buNone/>
            </a:pPr>
            <a:r>
              <a:rPr lang="en-US" sz="1100" dirty="0">
                <a:solidFill>
                  <a:srgbClr val="6B7280"/>
                </a:solidFill>
                <a:latin typeface="맑은 고딕" pitchFamily="34" charset="0"/>
                <a:ea typeface="맑은 고딕" pitchFamily="34" charset="-122"/>
                <a:cs typeface="맑은 고딕" pitchFamily="34" charset="-120"/>
              </a:rPr>
              <a:t>그림 3. 프로젝트 목록 · 상세 화면</a:t>
            </a:r>
            <a:endParaRPr lang="en-US" sz="1100" dirty="0"/>
          </a:p>
        </p:txBody>
      </p:sp>
      <p:sp>
        <p:nvSpPr>
          <p:cNvPr id="4" name="Slide Number Placeholder 0"/>
          <p:cNvSpPr>
            <a:spLocks noGrp="1"/>
          </p:cNvSpPr>
          <p:nvPr>
            <p:ph type="sldNum" sz="quarter" idx="4294967295"/>
          </p:nvPr>
        </p:nvSpPr>
        <p:spPr>
          <a:xfrm>
            <a:off x="10634472" y="6455664"/>
            <a:ext cx="9144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latin typeface="맑은 고딕"/>
                <a:ea typeface="맑은 고딕"/>
                <a:cs typeface="맑은 고딕"/>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40080" y="402336"/>
            <a:ext cx="8229600" cy="274320"/>
          </a:xfrm>
          <a:prstGeom prst="rect">
            <a:avLst/>
          </a:prstGeom>
          <a:noFill/>
          <a:ln/>
        </p:spPr>
        <p:txBody>
          <a:bodyPr wrap="square" lIns="0" tIns="0" rIns="0" bIns="0" rtlCol="0" anchor="ctr"/>
          <a:lstStyle/>
          <a:p>
            <a:pPr marL="0" indent="0">
              <a:buNone/>
            </a:pPr>
            <a:r>
              <a:rPr lang="en-US" sz="1200" b="1" kern="0" spc="100" dirty="0">
                <a:solidFill>
                  <a:srgbClr val="B8562E"/>
                </a:solidFill>
                <a:latin typeface="맑은 고딕" pitchFamily="34" charset="0"/>
                <a:ea typeface="맑은 고딕" pitchFamily="34" charset="-122"/>
                <a:cs typeface="맑은 고딕" pitchFamily="34" charset="-120"/>
              </a:rPr>
              <a:t>05 · System Design</a:t>
            </a:r>
            <a:endParaRPr lang="en-US" sz="1200" dirty="0"/>
          </a:p>
        </p:txBody>
      </p:sp>
      <p:sp>
        <p:nvSpPr>
          <p:cNvPr id="3" name="Text 0"/>
          <p:cNvSpPr>
            <a:spLocks noGrp="1"/>
          </p:cNvSpPr>
          <p:nvPr>
            <p:ph type="title" idx="100" hasCustomPrompt="1"/>
          </p:nvPr>
        </p:nvSpPr>
        <p:spPr>
          <a:xfrm>
            <a:off x="640080" y="731520"/>
            <a:ext cx="10908792" cy="640080"/>
          </a:xfrm>
          <a:prstGeom prst="rect">
            <a:avLst/>
          </a:prstGeom>
          <a:noFill/>
          <a:ln/>
        </p:spPr>
        <p:txBody>
          <a:bodyPr wrap="square" lIns="0" tIns="0" rIns="0" bIns="0" rtlCol="0" anchor="t"/>
          <a:lstStyle/>
          <a:p>
            <a:pPr marL="0" indent="0" algn="l">
              <a:buNone/>
            </a:pPr>
            <a:r>
              <a:rPr lang="en-US" sz="3000" b="1" dirty="0">
                <a:solidFill>
                  <a:srgbClr val="1F2328"/>
                </a:solidFill>
                <a:latin typeface="맑은 고딕" pitchFamily="34" charset="0"/>
                <a:ea typeface="맑은 고딕" pitchFamily="34" charset="-122"/>
                <a:cs typeface="맑은 고딕" pitchFamily="34" charset="-120"/>
              </a:rPr>
              <a:t>시스템 설계 — 아키텍처</a:t>
            </a:r>
            <a:endParaRPr lang="en-US" sz="3000" dirty="0"/>
          </a:p>
        </p:txBody>
      </p:sp>
      <p:sp>
        <p:nvSpPr>
          <p:cNvPr id="5" name="Shape 2"/>
          <p:cNvSpPr/>
          <p:nvPr/>
        </p:nvSpPr>
        <p:spPr>
          <a:xfrm>
            <a:off x="5943600" y="1645920"/>
            <a:ext cx="2743200" cy="1143000"/>
          </a:xfrm>
          <a:prstGeom prst="rect">
            <a:avLst/>
          </a:prstGeom>
          <a:solidFill>
            <a:srgbClr val="F8F9FA"/>
          </a:solidFill>
          <a:ln w="9525">
            <a:solidFill>
              <a:srgbClr val="9CA3AF"/>
            </a:solidFill>
            <a:prstDash val="dash"/>
          </a:ln>
        </p:spPr>
      </p:sp>
      <p:sp>
        <p:nvSpPr>
          <p:cNvPr id="6" name="Shape 3"/>
          <p:cNvSpPr/>
          <p:nvPr/>
        </p:nvSpPr>
        <p:spPr>
          <a:xfrm>
            <a:off x="5943600" y="3017520"/>
            <a:ext cx="2743200" cy="2148840"/>
          </a:xfrm>
          <a:prstGeom prst="rect">
            <a:avLst/>
          </a:prstGeom>
          <a:solidFill>
            <a:srgbClr val="F8F9FA"/>
          </a:solidFill>
          <a:ln w="9525">
            <a:solidFill>
              <a:srgbClr val="9CA3AF"/>
            </a:solidFill>
            <a:prstDash val="dash"/>
          </a:ln>
        </p:spPr>
      </p:sp>
      <p:sp>
        <p:nvSpPr>
          <p:cNvPr id="7" name="Text 4"/>
          <p:cNvSpPr txBox="1"/>
          <p:nvPr/>
        </p:nvSpPr>
        <p:spPr>
          <a:xfrm>
            <a:off x="6080760" y="1719072"/>
            <a:ext cx="2377440" cy="228600"/>
          </a:xfrm>
          <a:prstGeom prst="rect">
            <a:avLst/>
          </a:prstGeom>
          <a:noFill/>
          <a:ln/>
        </p:spPr>
        <p:txBody>
          <a:bodyPr wrap="square" lIns="0" tIns="0" rIns="0" bIns="0" rtlCol="0" anchor="t"/>
          <a:lstStyle/>
          <a:p>
            <a:pPr marL="0" indent="0" algn="l">
              <a:lnSpc>
                <a:spcPct val="115000"/>
              </a:lnSpc>
              <a:buNone/>
            </a:pPr>
            <a:r>
              <a:rPr lang="en-US" sz="1100" dirty="0">
                <a:solidFill>
                  <a:srgbClr val="6B7280"/>
                </a:solidFill>
                <a:latin typeface="맑은 고딕" pitchFamily="34" charset="0"/>
                <a:ea typeface="맑은 고딕" pitchFamily="34" charset="-122"/>
                <a:cs typeface="맑은 고딕" pitchFamily="34" charset="-120"/>
              </a:rPr>
              <a:t>frontend 컨테이너</a:t>
            </a:r>
            <a:endParaRPr lang="en-US" sz="1100" dirty="0"/>
          </a:p>
        </p:txBody>
      </p:sp>
      <p:sp>
        <p:nvSpPr>
          <p:cNvPr id="8" name="Text 5"/>
          <p:cNvSpPr txBox="1"/>
          <p:nvPr/>
        </p:nvSpPr>
        <p:spPr>
          <a:xfrm>
            <a:off x="6080760" y="3090672"/>
            <a:ext cx="2377440" cy="228600"/>
          </a:xfrm>
          <a:prstGeom prst="rect">
            <a:avLst/>
          </a:prstGeom>
          <a:noFill/>
          <a:ln/>
        </p:spPr>
        <p:txBody>
          <a:bodyPr wrap="square" lIns="0" tIns="0" rIns="0" bIns="0" rtlCol="0" anchor="t"/>
          <a:lstStyle/>
          <a:p>
            <a:pPr marL="0" indent="0" algn="l">
              <a:lnSpc>
                <a:spcPct val="115000"/>
              </a:lnSpc>
              <a:buNone/>
            </a:pPr>
            <a:r>
              <a:rPr lang="en-US" sz="1100" dirty="0">
                <a:solidFill>
                  <a:srgbClr val="6B7280"/>
                </a:solidFill>
                <a:latin typeface="맑은 고딕" pitchFamily="34" charset="0"/>
                <a:ea typeface="맑은 고딕" pitchFamily="34" charset="-122"/>
                <a:cs typeface="맑은 고딕" pitchFamily="34" charset="-120"/>
              </a:rPr>
              <a:t>backend 컨테이너</a:t>
            </a:r>
            <a:endParaRPr lang="en-US" sz="1100" dirty="0"/>
          </a:p>
        </p:txBody>
      </p:sp>
      <p:sp>
        <p:nvSpPr>
          <p:cNvPr id="9" name="Text 6"/>
          <p:cNvSpPr txBox="1"/>
          <p:nvPr/>
        </p:nvSpPr>
        <p:spPr>
          <a:xfrm>
            <a:off x="640080" y="2743200"/>
            <a:ext cx="1554480" cy="914400"/>
          </a:xfrm>
          <a:prstGeom prst="rect">
            <a:avLst/>
          </a:prstGeom>
          <a:solidFill>
            <a:srgbClr val="F4F5F6"/>
          </a:solidFill>
          <a:ln w="12700">
            <a:solidFill>
              <a:srgbClr val="9CA3AF"/>
            </a:solidFill>
          </a:ln>
        </p:spPr>
        <p:txBody>
          <a:bodyPr wrap="square" lIns="50800" tIns="50800" rIns="50800" bIns="50800" rtlCol="0" anchor="ctr"/>
          <a:lstStyle/>
          <a:p>
            <a:pPr marL="0" indent="0" algn="ctr">
              <a:lnSpc>
                <a:spcPct val="100000"/>
              </a:lnSpc>
              <a:buNone/>
            </a:pPr>
            <a:r>
              <a:rPr lang="en-US" sz="1300" b="1" dirty="0">
                <a:solidFill>
                  <a:srgbClr val="1F2328"/>
                </a:solidFill>
                <a:latin typeface="맑은 고딕" pitchFamily="34" charset="0"/>
                <a:ea typeface="맑은 고딕" pitchFamily="34" charset="-122"/>
                <a:cs typeface="맑은 고딕" pitchFamily="34" charset="-120"/>
              </a:rPr>
              <a:t>사용자</a:t>
            </a:r>
            <a:endParaRPr lang="en-US" sz="1300" dirty="0"/>
          </a:p>
          <a:p>
            <a:pPr marL="0" indent="0" algn="ctr">
              <a:lnSpc>
                <a:spcPct val="100000"/>
              </a:lnSpc>
              <a:buNone/>
            </a:pPr>
            <a:r>
              <a:rPr lang="en-US" sz="1300" b="1" dirty="0">
                <a:solidFill>
                  <a:srgbClr val="1F2328"/>
                </a:solidFill>
                <a:latin typeface="맑은 고딕" pitchFamily="34" charset="0"/>
                <a:ea typeface="맑은 고딕" pitchFamily="34" charset="-122"/>
                <a:cs typeface="맑은 고딕" pitchFamily="34" charset="-120"/>
              </a:rPr>
              <a:t>(모바일 / PC)</a:t>
            </a:r>
            <a:endParaRPr lang="en-US" sz="1300" dirty="0"/>
          </a:p>
        </p:txBody>
      </p:sp>
      <p:sp>
        <p:nvSpPr>
          <p:cNvPr id="10" name="Text 7"/>
          <p:cNvSpPr txBox="1"/>
          <p:nvPr/>
        </p:nvSpPr>
        <p:spPr>
          <a:xfrm>
            <a:off x="2834640" y="2743200"/>
            <a:ext cx="1417320" cy="914400"/>
          </a:xfrm>
          <a:prstGeom prst="rect">
            <a:avLst/>
          </a:prstGeom>
          <a:solidFill>
            <a:srgbClr val="FFFFFF"/>
          </a:solidFill>
          <a:ln w="12700">
            <a:solidFill>
              <a:srgbClr val="9CA3AF"/>
            </a:solidFill>
          </a:ln>
        </p:spPr>
        <p:txBody>
          <a:bodyPr wrap="square" lIns="50800" tIns="50800" rIns="50800" bIns="50800" rtlCol="0" anchor="ctr"/>
          <a:lstStyle/>
          <a:p>
            <a:pPr marL="0" indent="0" algn="ctr">
              <a:lnSpc>
                <a:spcPct val="100000"/>
              </a:lnSpc>
              <a:buNone/>
            </a:pPr>
            <a:r>
              <a:rPr lang="en-US" sz="1300" b="1" dirty="0">
                <a:solidFill>
                  <a:srgbClr val="1F2328"/>
                </a:solidFill>
                <a:latin typeface="맑은 고딕" pitchFamily="34" charset="0"/>
                <a:ea typeface="맑은 고딕" pitchFamily="34" charset="-122"/>
                <a:cs typeface="맑은 고딕" pitchFamily="34" charset="-120"/>
              </a:rPr>
              <a:t>Nginx</a:t>
            </a:r>
            <a:endParaRPr lang="en-US" sz="1300" dirty="0"/>
          </a:p>
          <a:p>
            <a:pPr marL="0" indent="0" algn="ctr">
              <a:lnSpc>
                <a:spcPct val="100000"/>
              </a:lnSpc>
              <a:buNone/>
            </a:pPr>
            <a:r>
              <a:rPr lang="en-US" sz="1300" b="1" dirty="0">
                <a:solidFill>
                  <a:srgbClr val="1F2328"/>
                </a:solidFill>
                <a:latin typeface="맑은 고딕" pitchFamily="34" charset="0"/>
                <a:ea typeface="맑은 고딕" pitchFamily="34" charset="-122"/>
                <a:cs typeface="맑은 고딕" pitchFamily="34" charset="-120"/>
              </a:rPr>
              <a:t>:80</a:t>
            </a:r>
            <a:endParaRPr lang="en-US" sz="1300" dirty="0"/>
          </a:p>
        </p:txBody>
      </p:sp>
      <p:sp>
        <p:nvSpPr>
          <p:cNvPr id="11" name="Text 8"/>
          <p:cNvSpPr txBox="1"/>
          <p:nvPr/>
        </p:nvSpPr>
        <p:spPr>
          <a:xfrm>
            <a:off x="6172200" y="2011680"/>
            <a:ext cx="2286000" cy="640080"/>
          </a:xfrm>
          <a:prstGeom prst="rect">
            <a:avLst/>
          </a:prstGeom>
          <a:solidFill>
            <a:srgbClr val="FFFFFF"/>
          </a:solidFill>
          <a:ln w="12700">
            <a:solidFill>
              <a:srgbClr val="9CA3AF"/>
            </a:solidFill>
          </a:ln>
        </p:spPr>
        <p:txBody>
          <a:bodyPr wrap="square" lIns="50800" tIns="50800" rIns="50800" bIns="50800" rtlCol="0" anchor="ctr"/>
          <a:lstStyle/>
          <a:p>
            <a:pPr marL="0" indent="0" algn="ctr">
              <a:lnSpc>
                <a:spcPct val="100000"/>
              </a:lnSpc>
              <a:buNone/>
            </a:pPr>
            <a:r>
              <a:rPr lang="en-US" sz="1300" b="1" dirty="0">
                <a:solidFill>
                  <a:srgbClr val="1F2328"/>
                </a:solidFill>
                <a:latin typeface="맑은 고딕" pitchFamily="34" charset="0"/>
                <a:ea typeface="맑은 고딕" pitchFamily="34" charset="-122"/>
                <a:cs typeface="맑은 고딕" pitchFamily="34" charset="-120"/>
              </a:rPr>
              <a:t>React SPA</a:t>
            </a:r>
            <a:endParaRPr lang="en-US" sz="1300" dirty="0"/>
          </a:p>
          <a:p>
            <a:pPr marL="0" indent="0" algn="ctr">
              <a:lnSpc>
                <a:spcPct val="100000"/>
              </a:lnSpc>
              <a:buNone/>
            </a:pPr>
            <a:r>
              <a:rPr lang="en-US" sz="1300" b="1" dirty="0">
                <a:solidFill>
                  <a:srgbClr val="1F2328"/>
                </a:solidFill>
                <a:latin typeface="맑은 고딕" pitchFamily="34" charset="0"/>
                <a:ea typeface="맑은 고딕" pitchFamily="34" charset="-122"/>
                <a:cs typeface="맑은 고딕" pitchFamily="34" charset="-120"/>
              </a:rPr>
              <a:t>(정적 빌드)</a:t>
            </a:r>
            <a:endParaRPr lang="en-US" sz="1300" dirty="0"/>
          </a:p>
        </p:txBody>
      </p:sp>
      <p:sp>
        <p:nvSpPr>
          <p:cNvPr id="12" name="Text 9"/>
          <p:cNvSpPr txBox="1"/>
          <p:nvPr/>
        </p:nvSpPr>
        <p:spPr>
          <a:xfrm>
            <a:off x="6172200" y="3337560"/>
            <a:ext cx="2286000" cy="640080"/>
          </a:xfrm>
          <a:prstGeom prst="rect">
            <a:avLst/>
          </a:prstGeom>
          <a:solidFill>
            <a:srgbClr val="FFFFFF"/>
          </a:solidFill>
          <a:ln w="12700">
            <a:solidFill>
              <a:srgbClr val="9CA3AF"/>
            </a:solidFill>
          </a:ln>
        </p:spPr>
        <p:txBody>
          <a:bodyPr wrap="square" lIns="50800" tIns="50800" rIns="50800" bIns="50800" rtlCol="0" anchor="ctr"/>
          <a:lstStyle/>
          <a:p>
            <a:pPr marL="0" indent="0" algn="ctr">
              <a:lnSpc>
                <a:spcPct val="100000"/>
              </a:lnSpc>
              <a:buNone/>
            </a:pPr>
            <a:r>
              <a:rPr lang="en-US" sz="1300" b="1" dirty="0">
                <a:solidFill>
                  <a:srgbClr val="1F2328"/>
                </a:solidFill>
                <a:latin typeface="맑은 고딕" pitchFamily="34" charset="0"/>
                <a:ea typeface="맑은 고딕" pitchFamily="34" charset="-122"/>
                <a:cs typeface="맑은 고딕" pitchFamily="34" charset="-120"/>
              </a:rPr>
              <a:t>FastAPI + uvicorn</a:t>
            </a:r>
            <a:endParaRPr lang="en-US" sz="1300" dirty="0"/>
          </a:p>
          <a:p>
            <a:pPr marL="0" indent="0" algn="ctr">
              <a:lnSpc>
                <a:spcPct val="100000"/>
              </a:lnSpc>
              <a:buNone/>
            </a:pPr>
            <a:r>
              <a:rPr lang="en-US" sz="1300" b="1" dirty="0">
                <a:solidFill>
                  <a:srgbClr val="1F2328"/>
                </a:solidFill>
                <a:latin typeface="맑은 고딕" pitchFamily="34" charset="0"/>
                <a:ea typeface="맑은 고딕" pitchFamily="34" charset="-122"/>
                <a:cs typeface="맑은 고딕" pitchFamily="34" charset="-120"/>
              </a:rPr>
              <a:t>:8000</a:t>
            </a:r>
            <a:endParaRPr lang="en-US" sz="1300" dirty="0"/>
          </a:p>
        </p:txBody>
      </p:sp>
      <p:sp>
        <p:nvSpPr>
          <p:cNvPr id="13" name="Text 10"/>
          <p:cNvSpPr txBox="1"/>
          <p:nvPr/>
        </p:nvSpPr>
        <p:spPr>
          <a:xfrm>
            <a:off x="6172200" y="4434840"/>
            <a:ext cx="2286000" cy="548640"/>
          </a:xfrm>
          <a:prstGeom prst="rect">
            <a:avLst/>
          </a:prstGeom>
          <a:solidFill>
            <a:srgbClr val="FFFFFF"/>
          </a:solidFill>
          <a:ln w="12700">
            <a:solidFill>
              <a:srgbClr val="9CA3AF"/>
            </a:solidFill>
          </a:ln>
        </p:spPr>
        <p:txBody>
          <a:bodyPr wrap="square" lIns="50800" tIns="50800" rIns="50800" bIns="50800" rtlCol="0" anchor="ctr"/>
          <a:lstStyle/>
          <a:p>
            <a:pPr marL="0" indent="0" algn="ctr">
              <a:lnSpc>
                <a:spcPct val="100000"/>
              </a:lnSpc>
              <a:buNone/>
            </a:pPr>
            <a:r>
              <a:rPr lang="en-US" sz="1300" b="1" dirty="0">
                <a:solidFill>
                  <a:srgbClr val="1F2328"/>
                </a:solidFill>
                <a:latin typeface="맑은 고딕" pitchFamily="34" charset="0"/>
                <a:ea typeface="맑은 고딕" pitchFamily="34" charset="-122"/>
                <a:cs typeface="맑은 고딕" pitchFamily="34" charset="-120"/>
              </a:rPr>
              <a:t>YOLOv8 모델</a:t>
            </a:r>
            <a:endParaRPr lang="en-US" sz="1300" dirty="0"/>
          </a:p>
        </p:txBody>
      </p:sp>
      <p:sp>
        <p:nvSpPr>
          <p:cNvPr id="14" name="Text 11"/>
          <p:cNvSpPr txBox="1"/>
          <p:nvPr/>
        </p:nvSpPr>
        <p:spPr>
          <a:xfrm>
            <a:off x="9646920" y="3291840"/>
            <a:ext cx="1737360" cy="640080"/>
          </a:xfrm>
          <a:prstGeom prst="rect">
            <a:avLst/>
          </a:prstGeom>
          <a:solidFill>
            <a:srgbClr val="F4F5F6"/>
          </a:solidFill>
          <a:ln w="12700">
            <a:solidFill>
              <a:srgbClr val="9CA3AF"/>
            </a:solidFill>
          </a:ln>
        </p:spPr>
        <p:txBody>
          <a:bodyPr wrap="square" lIns="50800" tIns="50800" rIns="50800" bIns="50800" rtlCol="0" anchor="ctr"/>
          <a:lstStyle/>
          <a:p>
            <a:pPr marL="0" indent="0" algn="ctr">
              <a:lnSpc>
                <a:spcPct val="100000"/>
              </a:lnSpc>
              <a:buNone/>
            </a:pPr>
            <a:r>
              <a:rPr lang="en-US" sz="1300" b="1" dirty="0">
                <a:solidFill>
                  <a:srgbClr val="1F2328"/>
                </a:solidFill>
                <a:latin typeface="맑은 고딕" pitchFamily="34" charset="0"/>
                <a:ea typeface="맑은 고딕" pitchFamily="34" charset="-122"/>
                <a:cs typeface="맑은 고딕" pitchFamily="34" charset="-120"/>
              </a:rPr>
              <a:t>SQLite DB</a:t>
            </a:r>
            <a:endParaRPr lang="en-US" sz="1300" dirty="0"/>
          </a:p>
        </p:txBody>
      </p:sp>
      <p:sp>
        <p:nvSpPr>
          <p:cNvPr id="15" name="Shape 12"/>
          <p:cNvSpPr/>
          <p:nvPr/>
        </p:nvSpPr>
        <p:spPr>
          <a:xfrm>
            <a:off x="2194560" y="3200400"/>
            <a:ext cx="640080" cy="0"/>
          </a:xfrm>
          <a:prstGeom prst="line">
            <a:avLst/>
          </a:prstGeom>
          <a:noFill/>
          <a:ln w="15875">
            <a:solidFill>
              <a:srgbClr val="6B7280"/>
            </a:solidFill>
            <a:prstDash val="solid"/>
            <a:tailEnd type="triangle"/>
          </a:ln>
        </p:spPr>
      </p:sp>
      <p:sp>
        <p:nvSpPr>
          <p:cNvPr id="16" name="Text 13"/>
          <p:cNvSpPr txBox="1"/>
          <p:nvPr/>
        </p:nvSpPr>
        <p:spPr>
          <a:xfrm>
            <a:off x="2194560" y="2926080"/>
            <a:ext cx="640080" cy="228600"/>
          </a:xfrm>
          <a:prstGeom prst="rect">
            <a:avLst/>
          </a:prstGeom>
          <a:noFill/>
          <a:ln/>
        </p:spPr>
        <p:txBody>
          <a:bodyPr wrap="square" lIns="0" tIns="0" rIns="0" bIns="0" rtlCol="0" anchor="t"/>
          <a:lstStyle/>
          <a:p>
            <a:pPr marL="0" indent="0" algn="ctr">
              <a:lnSpc>
                <a:spcPct val="115000"/>
              </a:lnSpc>
              <a:buNone/>
            </a:pPr>
            <a:r>
              <a:rPr lang="en-US" sz="1100" dirty="0">
                <a:solidFill>
                  <a:srgbClr val="6B7280"/>
                </a:solidFill>
                <a:latin typeface="맑은 고딕" pitchFamily="34" charset="0"/>
                <a:ea typeface="맑은 고딕" pitchFamily="34" charset="-122"/>
                <a:cs typeface="맑은 고딕" pitchFamily="34" charset="-120"/>
              </a:rPr>
              <a:t>HTTP</a:t>
            </a:r>
            <a:endParaRPr lang="en-US" sz="1100" dirty="0"/>
          </a:p>
        </p:txBody>
      </p:sp>
      <p:sp>
        <p:nvSpPr>
          <p:cNvPr id="17" name="Shape 14"/>
          <p:cNvSpPr/>
          <p:nvPr/>
        </p:nvSpPr>
        <p:spPr>
          <a:xfrm>
            <a:off x="4251960" y="3017520"/>
            <a:ext cx="640080" cy="0"/>
          </a:xfrm>
          <a:prstGeom prst="line">
            <a:avLst/>
          </a:prstGeom>
          <a:noFill/>
          <a:ln w="15875">
            <a:solidFill>
              <a:srgbClr val="6B7280"/>
            </a:solidFill>
            <a:prstDash val="solid"/>
          </a:ln>
        </p:spPr>
      </p:sp>
      <p:sp>
        <p:nvSpPr>
          <p:cNvPr id="18" name="Shape 15"/>
          <p:cNvSpPr/>
          <p:nvPr/>
        </p:nvSpPr>
        <p:spPr>
          <a:xfrm flipV="1">
            <a:off x="4892040" y="2331720"/>
            <a:ext cx="0" cy="685800"/>
          </a:xfrm>
          <a:prstGeom prst="line">
            <a:avLst/>
          </a:prstGeom>
          <a:noFill/>
          <a:ln w="15875">
            <a:solidFill>
              <a:srgbClr val="6B7280"/>
            </a:solidFill>
            <a:prstDash val="solid"/>
          </a:ln>
        </p:spPr>
      </p:sp>
      <p:sp>
        <p:nvSpPr>
          <p:cNvPr id="19" name="Shape 16"/>
          <p:cNvSpPr/>
          <p:nvPr/>
        </p:nvSpPr>
        <p:spPr>
          <a:xfrm>
            <a:off x="4892040" y="2331720"/>
            <a:ext cx="1280160" cy="0"/>
          </a:xfrm>
          <a:prstGeom prst="line">
            <a:avLst/>
          </a:prstGeom>
          <a:noFill/>
          <a:ln w="15875">
            <a:solidFill>
              <a:srgbClr val="6B7280"/>
            </a:solidFill>
            <a:prstDash val="solid"/>
            <a:tailEnd type="triangle"/>
          </a:ln>
        </p:spPr>
      </p:sp>
      <p:sp>
        <p:nvSpPr>
          <p:cNvPr id="20" name="Text 17"/>
          <p:cNvSpPr txBox="1"/>
          <p:nvPr/>
        </p:nvSpPr>
        <p:spPr>
          <a:xfrm>
            <a:off x="4983480" y="2057400"/>
            <a:ext cx="914400" cy="228600"/>
          </a:xfrm>
          <a:prstGeom prst="rect">
            <a:avLst/>
          </a:prstGeom>
          <a:noFill/>
          <a:ln/>
        </p:spPr>
        <p:txBody>
          <a:bodyPr wrap="square" lIns="0" tIns="0" rIns="0" bIns="0" rtlCol="0" anchor="t"/>
          <a:lstStyle/>
          <a:p>
            <a:pPr marL="0" indent="0" algn="ctr">
              <a:lnSpc>
                <a:spcPct val="115000"/>
              </a:lnSpc>
              <a:buNone/>
            </a:pPr>
            <a:r>
              <a:rPr lang="en-US" sz="1100" dirty="0">
                <a:solidFill>
                  <a:srgbClr val="6B7280"/>
                </a:solidFill>
                <a:latin typeface="맑은 고딕" pitchFamily="34" charset="0"/>
                <a:ea typeface="맑은 고딕" pitchFamily="34" charset="-122"/>
                <a:cs typeface="맑은 고딕" pitchFamily="34" charset="-120"/>
              </a:rPr>
              <a:t>정적 서빙</a:t>
            </a:r>
            <a:endParaRPr lang="en-US" sz="1100" dirty="0"/>
          </a:p>
        </p:txBody>
      </p:sp>
      <p:sp>
        <p:nvSpPr>
          <p:cNvPr id="21" name="Shape 18"/>
          <p:cNvSpPr/>
          <p:nvPr/>
        </p:nvSpPr>
        <p:spPr>
          <a:xfrm>
            <a:off x="4251960" y="3383280"/>
            <a:ext cx="640080" cy="0"/>
          </a:xfrm>
          <a:prstGeom prst="line">
            <a:avLst/>
          </a:prstGeom>
          <a:noFill/>
          <a:ln w="15875">
            <a:solidFill>
              <a:srgbClr val="6B7280"/>
            </a:solidFill>
            <a:prstDash val="solid"/>
          </a:ln>
        </p:spPr>
      </p:sp>
      <p:sp>
        <p:nvSpPr>
          <p:cNvPr id="22" name="Shape 19"/>
          <p:cNvSpPr/>
          <p:nvPr/>
        </p:nvSpPr>
        <p:spPr>
          <a:xfrm>
            <a:off x="4892040" y="3383280"/>
            <a:ext cx="0" cy="274320"/>
          </a:xfrm>
          <a:prstGeom prst="line">
            <a:avLst/>
          </a:prstGeom>
          <a:noFill/>
          <a:ln w="15875">
            <a:solidFill>
              <a:srgbClr val="6B7280"/>
            </a:solidFill>
            <a:prstDash val="solid"/>
          </a:ln>
        </p:spPr>
      </p:sp>
      <p:sp>
        <p:nvSpPr>
          <p:cNvPr id="23" name="Shape 20"/>
          <p:cNvSpPr/>
          <p:nvPr/>
        </p:nvSpPr>
        <p:spPr>
          <a:xfrm>
            <a:off x="4892040" y="3657600"/>
            <a:ext cx="1280160" cy="0"/>
          </a:xfrm>
          <a:prstGeom prst="line">
            <a:avLst/>
          </a:prstGeom>
          <a:noFill/>
          <a:ln w="15875">
            <a:solidFill>
              <a:srgbClr val="6B7280"/>
            </a:solidFill>
            <a:prstDash val="solid"/>
            <a:tailEnd type="triangle"/>
          </a:ln>
        </p:spPr>
      </p:sp>
      <p:sp>
        <p:nvSpPr>
          <p:cNvPr id="24" name="Text 21"/>
          <p:cNvSpPr txBox="1"/>
          <p:nvPr/>
        </p:nvSpPr>
        <p:spPr>
          <a:xfrm>
            <a:off x="4983480" y="3401568"/>
            <a:ext cx="914400" cy="228600"/>
          </a:xfrm>
          <a:prstGeom prst="rect">
            <a:avLst/>
          </a:prstGeom>
          <a:noFill/>
          <a:ln/>
        </p:spPr>
        <p:txBody>
          <a:bodyPr wrap="square" lIns="0" tIns="0" rIns="0" bIns="0" rtlCol="0" anchor="t"/>
          <a:lstStyle/>
          <a:p>
            <a:pPr marL="0" indent="0" algn="ctr">
              <a:lnSpc>
                <a:spcPct val="115000"/>
              </a:lnSpc>
              <a:buNone/>
            </a:pPr>
            <a:r>
              <a:rPr lang="en-US" sz="1100" dirty="0">
                <a:solidFill>
                  <a:srgbClr val="6B7280"/>
                </a:solidFill>
                <a:latin typeface="맑은 고딕" pitchFamily="34" charset="0"/>
                <a:ea typeface="맑은 고딕" pitchFamily="34" charset="-122"/>
                <a:cs typeface="맑은 고딕" pitchFamily="34" charset="-120"/>
              </a:rPr>
              <a:t>API 프록시</a:t>
            </a:r>
            <a:endParaRPr lang="en-US" sz="1100" dirty="0"/>
          </a:p>
        </p:txBody>
      </p:sp>
      <p:sp>
        <p:nvSpPr>
          <p:cNvPr id="25" name="Shape 22"/>
          <p:cNvSpPr/>
          <p:nvPr/>
        </p:nvSpPr>
        <p:spPr>
          <a:xfrm>
            <a:off x="7315200" y="3977640"/>
            <a:ext cx="0" cy="457200"/>
          </a:xfrm>
          <a:prstGeom prst="line">
            <a:avLst/>
          </a:prstGeom>
          <a:noFill/>
          <a:ln w="15875">
            <a:solidFill>
              <a:srgbClr val="6B7280"/>
            </a:solidFill>
            <a:prstDash val="solid"/>
            <a:tailEnd type="triangle"/>
          </a:ln>
        </p:spPr>
      </p:sp>
      <p:sp>
        <p:nvSpPr>
          <p:cNvPr id="26" name="Text 23"/>
          <p:cNvSpPr txBox="1"/>
          <p:nvPr/>
        </p:nvSpPr>
        <p:spPr>
          <a:xfrm>
            <a:off x="7406640" y="4069080"/>
            <a:ext cx="868680" cy="228600"/>
          </a:xfrm>
          <a:prstGeom prst="rect">
            <a:avLst/>
          </a:prstGeom>
          <a:noFill/>
          <a:ln/>
        </p:spPr>
        <p:txBody>
          <a:bodyPr wrap="square" lIns="0" tIns="0" rIns="0" bIns="0" rtlCol="0" anchor="t"/>
          <a:lstStyle/>
          <a:p>
            <a:pPr marL="0" indent="0" algn="l">
              <a:lnSpc>
                <a:spcPct val="115000"/>
              </a:lnSpc>
              <a:buNone/>
            </a:pPr>
            <a:r>
              <a:rPr lang="en-US" sz="1100" dirty="0">
                <a:solidFill>
                  <a:srgbClr val="6B7280"/>
                </a:solidFill>
                <a:latin typeface="맑은 고딕" pitchFamily="34" charset="0"/>
                <a:ea typeface="맑은 고딕" pitchFamily="34" charset="-122"/>
                <a:cs typeface="맑은 고딕" pitchFamily="34" charset="-120"/>
              </a:rPr>
              <a:t>추론 호출</a:t>
            </a:r>
            <a:endParaRPr lang="en-US" sz="1100" dirty="0"/>
          </a:p>
        </p:txBody>
      </p:sp>
      <p:sp>
        <p:nvSpPr>
          <p:cNvPr id="27" name="Shape 24"/>
          <p:cNvSpPr/>
          <p:nvPr/>
        </p:nvSpPr>
        <p:spPr>
          <a:xfrm>
            <a:off x="8458200" y="3611880"/>
            <a:ext cx="1188720" cy="0"/>
          </a:xfrm>
          <a:prstGeom prst="line">
            <a:avLst/>
          </a:prstGeom>
          <a:noFill/>
          <a:ln w="15875">
            <a:solidFill>
              <a:srgbClr val="6B7280"/>
            </a:solidFill>
            <a:prstDash val="solid"/>
            <a:tailEnd type="triangle"/>
          </a:ln>
        </p:spPr>
      </p:sp>
      <p:sp>
        <p:nvSpPr>
          <p:cNvPr id="28" name="Text 25"/>
          <p:cNvSpPr txBox="1"/>
          <p:nvPr/>
        </p:nvSpPr>
        <p:spPr>
          <a:xfrm>
            <a:off x="8732520" y="3337560"/>
            <a:ext cx="868680" cy="228600"/>
          </a:xfrm>
          <a:prstGeom prst="rect">
            <a:avLst/>
          </a:prstGeom>
          <a:noFill/>
          <a:ln/>
        </p:spPr>
        <p:txBody>
          <a:bodyPr wrap="square" lIns="0" tIns="0" rIns="0" bIns="0" rtlCol="0" anchor="t"/>
          <a:lstStyle/>
          <a:p>
            <a:pPr marL="0" indent="0" algn="ctr">
              <a:lnSpc>
                <a:spcPct val="115000"/>
              </a:lnSpc>
              <a:buNone/>
            </a:pPr>
            <a:r>
              <a:rPr lang="en-US" sz="1100" dirty="0">
                <a:solidFill>
                  <a:srgbClr val="6B7280"/>
                </a:solidFill>
                <a:latin typeface="맑은 고딕" pitchFamily="34" charset="0"/>
                <a:ea typeface="맑은 고딕" pitchFamily="34" charset="-122"/>
                <a:cs typeface="맑은 고딕" pitchFamily="34" charset="-120"/>
              </a:rPr>
              <a:t>CRUD</a:t>
            </a:r>
            <a:endParaRPr lang="en-US" sz="1100" dirty="0"/>
          </a:p>
        </p:txBody>
      </p:sp>
      <p:sp>
        <p:nvSpPr>
          <p:cNvPr id="29" name="Shape 26"/>
          <p:cNvSpPr/>
          <p:nvPr/>
        </p:nvSpPr>
        <p:spPr>
          <a:xfrm>
            <a:off x="8458200" y="4709160"/>
            <a:ext cx="2057400" cy="0"/>
          </a:xfrm>
          <a:prstGeom prst="line">
            <a:avLst/>
          </a:prstGeom>
          <a:noFill/>
          <a:ln w="15875">
            <a:solidFill>
              <a:srgbClr val="6B7280"/>
            </a:solidFill>
            <a:prstDash val="solid"/>
          </a:ln>
        </p:spPr>
      </p:sp>
      <p:sp>
        <p:nvSpPr>
          <p:cNvPr id="30" name="Shape 27"/>
          <p:cNvSpPr/>
          <p:nvPr/>
        </p:nvSpPr>
        <p:spPr>
          <a:xfrm flipV="1">
            <a:off x="10515600" y="3931920"/>
            <a:ext cx="0" cy="777240"/>
          </a:xfrm>
          <a:prstGeom prst="line">
            <a:avLst/>
          </a:prstGeom>
          <a:noFill/>
          <a:ln w="15875">
            <a:solidFill>
              <a:srgbClr val="6B7280"/>
            </a:solidFill>
            <a:prstDash val="solid"/>
            <a:tailEnd type="triangle"/>
          </a:ln>
        </p:spPr>
      </p:sp>
      <p:sp>
        <p:nvSpPr>
          <p:cNvPr id="31" name="Text 28"/>
          <p:cNvSpPr txBox="1"/>
          <p:nvPr/>
        </p:nvSpPr>
        <p:spPr>
          <a:xfrm>
            <a:off x="8915400" y="4434840"/>
            <a:ext cx="914400" cy="228600"/>
          </a:xfrm>
          <a:prstGeom prst="rect">
            <a:avLst/>
          </a:prstGeom>
          <a:noFill/>
          <a:ln/>
        </p:spPr>
        <p:txBody>
          <a:bodyPr wrap="square" lIns="0" tIns="0" rIns="0" bIns="0" rtlCol="0" anchor="t"/>
          <a:lstStyle/>
          <a:p>
            <a:pPr marL="0" indent="0" algn="ctr">
              <a:lnSpc>
                <a:spcPct val="115000"/>
              </a:lnSpc>
              <a:buNone/>
            </a:pPr>
            <a:r>
              <a:rPr lang="en-US" sz="1100" dirty="0">
                <a:solidFill>
                  <a:srgbClr val="6B7280"/>
                </a:solidFill>
                <a:latin typeface="맑은 고딕" pitchFamily="34" charset="0"/>
                <a:ea typeface="맑은 고딕" pitchFamily="34" charset="-122"/>
                <a:cs typeface="맑은 고딕" pitchFamily="34" charset="-120"/>
              </a:rPr>
              <a:t>결과 저장</a:t>
            </a:r>
            <a:endParaRPr lang="en-US" sz="1100" dirty="0"/>
          </a:p>
        </p:txBody>
      </p:sp>
      <p:sp>
        <p:nvSpPr>
          <p:cNvPr id="32" name="Text 29"/>
          <p:cNvSpPr txBox="1"/>
          <p:nvPr/>
        </p:nvSpPr>
        <p:spPr>
          <a:xfrm>
            <a:off x="640080" y="5230368"/>
            <a:ext cx="7315200" cy="274320"/>
          </a:xfrm>
          <a:prstGeom prst="rect">
            <a:avLst/>
          </a:prstGeom>
          <a:noFill/>
          <a:ln/>
        </p:spPr>
        <p:txBody>
          <a:bodyPr wrap="square" lIns="0" tIns="0" rIns="0" bIns="0" rtlCol="0" anchor="t"/>
          <a:lstStyle/>
          <a:p>
            <a:pPr marL="0" indent="0" algn="l">
              <a:lnSpc>
                <a:spcPct val="115000"/>
              </a:lnSpc>
              <a:buNone/>
            </a:pPr>
            <a:r>
              <a:rPr lang="en-US" sz="1100" dirty="0">
                <a:solidFill>
                  <a:srgbClr val="6B7280"/>
                </a:solidFill>
                <a:latin typeface="맑은 고딕" pitchFamily="34" charset="0"/>
                <a:ea typeface="맑은 고딕" pitchFamily="34" charset="-122"/>
                <a:cs typeface="맑은 고딕" pitchFamily="34" charset="-120"/>
              </a:rPr>
              <a:t>그림 4. CrackBot 서버 구성 — Docker Compose</a:t>
            </a:r>
            <a:endParaRPr lang="en-US" sz="1100" dirty="0"/>
          </a:p>
        </p:txBody>
      </p:sp>
      <p:sp>
        <p:nvSpPr>
          <p:cNvPr id="33" name="Text 30"/>
          <p:cNvSpPr txBox="1"/>
          <p:nvPr/>
        </p:nvSpPr>
        <p:spPr>
          <a:xfrm>
            <a:off x="640080" y="5504688"/>
            <a:ext cx="3520440" cy="877824"/>
          </a:xfrm>
          <a:prstGeom prst="rect">
            <a:avLst/>
          </a:prstGeom>
          <a:noFill/>
          <a:ln/>
        </p:spPr>
        <p:txBody>
          <a:bodyPr wrap="square" lIns="0" tIns="0" rIns="0" bIns="0" rtlCol="0" anchor="t"/>
          <a:lstStyle/>
          <a:p>
            <a:pPr marL="0" indent="0" algn="l">
              <a:lnSpc>
                <a:spcPct val="115000"/>
              </a:lnSpc>
              <a:buNone/>
            </a:pPr>
            <a:r>
              <a:rPr lang="en-US" sz="1400" dirty="0">
                <a:solidFill>
                  <a:srgbClr val="2B2F34"/>
                </a:solidFill>
                <a:latin typeface="맑은 고딕" pitchFamily="34" charset="0"/>
                <a:ea typeface="맑은 고딕" pitchFamily="34" charset="-122"/>
                <a:cs typeface="맑은 고딕" pitchFamily="34" charset="-120"/>
              </a:rPr>
              <a:t>Docker Compose로</a:t>
            </a:r>
            <a:endParaRPr lang="en-US" sz="1400" dirty="0"/>
          </a:p>
          <a:p>
            <a:pPr marL="0" indent="0" algn="l">
              <a:lnSpc>
                <a:spcPct val="115000"/>
              </a:lnSpc>
              <a:buNone/>
            </a:pPr>
            <a:r>
              <a:rPr lang="en-US" sz="1400" dirty="0">
                <a:solidFill>
                  <a:srgbClr val="2B2F34"/>
                </a:solidFill>
                <a:latin typeface="맑은 고딕" pitchFamily="34" charset="0"/>
                <a:ea typeface="맑은 고딕" pitchFamily="34" charset="-122"/>
                <a:cs typeface="맑은 고딕" pitchFamily="34" charset="-120"/>
              </a:rPr>
              <a:t>backend·frontend 컨테이너를</a:t>
            </a:r>
            <a:endParaRPr lang="en-US" sz="1400" dirty="0"/>
          </a:p>
          <a:p>
            <a:pPr marL="0" indent="0" algn="l">
              <a:lnSpc>
                <a:spcPct val="115000"/>
              </a:lnSpc>
              <a:buNone/>
            </a:pPr>
            <a:r>
              <a:rPr lang="en-US" sz="1400" dirty="0">
                <a:solidFill>
                  <a:srgbClr val="2B2F34"/>
                </a:solidFill>
                <a:latin typeface="맑은 고딕" pitchFamily="34" charset="0"/>
                <a:ea typeface="맑은 고딕" pitchFamily="34" charset="-122"/>
                <a:cs typeface="맑은 고딕" pitchFamily="34" charset="-120"/>
              </a:rPr>
              <a:t>단일 명령으로 배포</a:t>
            </a:r>
            <a:endParaRPr lang="en-US" sz="1400" dirty="0"/>
          </a:p>
        </p:txBody>
      </p:sp>
      <p:sp>
        <p:nvSpPr>
          <p:cNvPr id="34" name="Text 31"/>
          <p:cNvSpPr txBox="1"/>
          <p:nvPr/>
        </p:nvSpPr>
        <p:spPr>
          <a:xfrm>
            <a:off x="4425696" y="5504688"/>
            <a:ext cx="3520440" cy="877824"/>
          </a:xfrm>
          <a:prstGeom prst="rect">
            <a:avLst/>
          </a:prstGeom>
          <a:noFill/>
          <a:ln/>
        </p:spPr>
        <p:txBody>
          <a:bodyPr wrap="square" lIns="0" tIns="0" rIns="0" bIns="0" rtlCol="0" anchor="t"/>
          <a:lstStyle/>
          <a:p>
            <a:pPr marL="0" indent="0" algn="l">
              <a:lnSpc>
                <a:spcPct val="115000"/>
              </a:lnSpc>
              <a:buNone/>
            </a:pPr>
            <a:r>
              <a:rPr lang="en-US" sz="1400" dirty="0">
                <a:solidFill>
                  <a:srgbClr val="2B2F34"/>
                </a:solidFill>
                <a:latin typeface="맑은 고딕" pitchFamily="34" charset="0"/>
                <a:ea typeface="맑은 고딕" pitchFamily="34" charset="-122"/>
                <a:cs typeface="맑은 고딕" pitchFamily="34" charset="-120"/>
              </a:rPr>
              <a:t>API 라우터 6개</a:t>
            </a:r>
            <a:endParaRPr lang="en-US" sz="1400" dirty="0"/>
          </a:p>
          <a:p>
            <a:pPr marL="0" indent="0" algn="l">
              <a:lnSpc>
                <a:spcPct val="115000"/>
              </a:lnSpc>
              <a:buNone/>
            </a:pPr>
            <a:r>
              <a:rPr lang="en-US" sz="1400" dirty="0">
                <a:solidFill>
                  <a:srgbClr val="2B2F34"/>
                </a:solidFill>
                <a:latin typeface="맑은 고딕" pitchFamily="34" charset="0"/>
                <a:ea typeface="맑은 고딕" pitchFamily="34" charset="-122"/>
                <a:cs typeface="맑은 고딕" pitchFamily="34" charset="-120"/>
              </a:rPr>
              <a:t>(auth · buildings · dev ·</a:t>
            </a:r>
            <a:endParaRPr lang="en-US" sz="1400" dirty="0"/>
          </a:p>
          <a:p>
            <a:pPr marL="0" indent="0" algn="l">
              <a:lnSpc>
                <a:spcPct val="115000"/>
              </a:lnSpc>
              <a:buNone/>
            </a:pPr>
            <a:r>
              <a:rPr lang="en-US" sz="1400" dirty="0">
                <a:solidFill>
                  <a:srgbClr val="2B2F34"/>
                </a:solidFill>
                <a:latin typeface="맑은 고딕" pitchFamily="34" charset="0"/>
                <a:ea typeface="맑은 고딕" pitchFamily="34" charset="-122"/>
                <a:cs typeface="맑은 고딕" pitchFamily="34" charset="-120"/>
              </a:rPr>
              <a:t>photos · projects · reports)</a:t>
            </a:r>
            <a:endParaRPr lang="en-US" sz="1400" dirty="0"/>
          </a:p>
        </p:txBody>
      </p:sp>
      <p:sp>
        <p:nvSpPr>
          <p:cNvPr id="35" name="Text 32"/>
          <p:cNvSpPr txBox="1"/>
          <p:nvPr/>
        </p:nvSpPr>
        <p:spPr>
          <a:xfrm>
            <a:off x="8028432" y="5504688"/>
            <a:ext cx="3520440" cy="877824"/>
          </a:xfrm>
          <a:prstGeom prst="rect">
            <a:avLst/>
          </a:prstGeom>
          <a:noFill/>
          <a:ln/>
        </p:spPr>
        <p:txBody>
          <a:bodyPr wrap="square" lIns="0" tIns="0" rIns="0" bIns="0" rtlCol="0" anchor="t"/>
          <a:lstStyle/>
          <a:p>
            <a:pPr marL="0" indent="0" algn="l">
              <a:lnSpc>
                <a:spcPct val="115000"/>
              </a:lnSpc>
              <a:buNone/>
            </a:pPr>
            <a:r>
              <a:rPr lang="en-US" sz="1400" dirty="0">
                <a:solidFill>
                  <a:srgbClr val="2B2F34"/>
                </a:solidFill>
                <a:latin typeface="맑은 고딕" pitchFamily="34" charset="0"/>
                <a:ea typeface="맑은 고딕" pitchFamily="34" charset="-122"/>
                <a:cs typeface="맑은 고딕" pitchFamily="34" charset="-120"/>
              </a:rPr>
              <a:t>SQLAlchemy 모델 5개</a:t>
            </a:r>
            <a:endParaRPr lang="en-US" sz="1400" dirty="0"/>
          </a:p>
          <a:p>
            <a:pPr marL="0" indent="0" algn="l">
              <a:lnSpc>
                <a:spcPct val="115000"/>
              </a:lnSpc>
              <a:buNone/>
            </a:pPr>
            <a:r>
              <a:rPr lang="en-US" sz="1400" dirty="0">
                <a:solidFill>
                  <a:srgbClr val="2B2F34"/>
                </a:solidFill>
                <a:latin typeface="맑은 고딕" pitchFamily="34" charset="0"/>
                <a:ea typeface="맑은 고딕" pitchFamily="34" charset="-122"/>
                <a:cs typeface="맑은 고딕" pitchFamily="34" charset="-120"/>
              </a:rPr>
              <a:t>서비스 모듈 4개</a:t>
            </a:r>
            <a:endParaRPr lang="en-US" sz="1400" dirty="0"/>
          </a:p>
        </p:txBody>
      </p:sp>
      <p:sp>
        <p:nvSpPr>
          <p:cNvPr id="4" name="Slide Number Placeholder 0"/>
          <p:cNvSpPr>
            <a:spLocks noGrp="1"/>
          </p:cNvSpPr>
          <p:nvPr>
            <p:ph type="sldNum" sz="quarter" idx="4294967295"/>
          </p:nvPr>
        </p:nvSpPr>
        <p:spPr>
          <a:xfrm>
            <a:off x="10634472" y="6455664"/>
            <a:ext cx="9144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latin typeface="맑은 고딕"/>
                <a:ea typeface="맑은 고딕"/>
                <a:cs typeface="맑은 고딕"/>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40080" y="402336"/>
            <a:ext cx="8229600" cy="274320"/>
          </a:xfrm>
          <a:prstGeom prst="rect">
            <a:avLst/>
          </a:prstGeom>
          <a:noFill/>
          <a:ln/>
        </p:spPr>
        <p:txBody>
          <a:bodyPr wrap="square" lIns="0" tIns="0" rIns="0" bIns="0" rtlCol="0" anchor="ctr"/>
          <a:lstStyle/>
          <a:p>
            <a:pPr marL="0" indent="0">
              <a:buNone/>
            </a:pPr>
            <a:r>
              <a:rPr lang="en-US" sz="1200" b="1" kern="0" spc="100" dirty="0">
                <a:solidFill>
                  <a:srgbClr val="B8562E"/>
                </a:solidFill>
                <a:latin typeface="맑은 고딕" pitchFamily="34" charset="0"/>
                <a:ea typeface="맑은 고딕" pitchFamily="34" charset="-122"/>
                <a:cs typeface="맑은 고딕" pitchFamily="34" charset="-120"/>
              </a:rPr>
              <a:t>05 · System Design</a:t>
            </a:r>
            <a:endParaRPr lang="en-US" sz="1200" dirty="0"/>
          </a:p>
        </p:txBody>
      </p:sp>
      <p:sp>
        <p:nvSpPr>
          <p:cNvPr id="3" name="Text 0"/>
          <p:cNvSpPr>
            <a:spLocks noGrp="1"/>
          </p:cNvSpPr>
          <p:nvPr>
            <p:ph type="title" idx="100" hasCustomPrompt="1"/>
          </p:nvPr>
        </p:nvSpPr>
        <p:spPr>
          <a:xfrm>
            <a:off x="640080" y="731520"/>
            <a:ext cx="10908792" cy="640080"/>
          </a:xfrm>
          <a:prstGeom prst="rect">
            <a:avLst/>
          </a:prstGeom>
          <a:noFill/>
          <a:ln/>
        </p:spPr>
        <p:txBody>
          <a:bodyPr wrap="square" lIns="0" tIns="0" rIns="0" bIns="0" rtlCol="0" anchor="t"/>
          <a:lstStyle/>
          <a:p>
            <a:pPr marL="0" indent="0" algn="l">
              <a:buNone/>
            </a:pPr>
            <a:r>
              <a:rPr lang="en-US" sz="3000" b="1" dirty="0">
                <a:solidFill>
                  <a:srgbClr val="1F2328"/>
                </a:solidFill>
                <a:latin typeface="맑은 고딕" pitchFamily="34" charset="0"/>
                <a:ea typeface="맑은 고딕" pitchFamily="34" charset="-122"/>
                <a:cs typeface="맑은 고딕" pitchFamily="34" charset="-120"/>
              </a:rPr>
              <a:t>시스템 설계 — 데이터베이스(ERD)</a:t>
            </a:r>
            <a:endParaRPr lang="en-US" sz="3000" dirty="0"/>
          </a:p>
        </p:txBody>
      </p:sp>
      <p:sp>
        <p:nvSpPr>
          <p:cNvPr id="5" name="Text 2"/>
          <p:cNvSpPr txBox="1"/>
          <p:nvPr/>
        </p:nvSpPr>
        <p:spPr>
          <a:xfrm>
            <a:off x="2903220" y="1645920"/>
            <a:ext cx="1856232" cy="914400"/>
          </a:xfrm>
          <a:prstGeom prst="rect">
            <a:avLst/>
          </a:prstGeom>
          <a:solidFill>
            <a:srgbClr val="FFFFFF"/>
          </a:solidFill>
          <a:ln w="12700">
            <a:solidFill>
              <a:srgbClr val="9CA3AF"/>
            </a:solidFill>
          </a:ln>
        </p:spPr>
        <p:txBody>
          <a:bodyPr wrap="square" lIns="50800" tIns="50800" rIns="50800" bIns="50800" rtlCol="0" anchor="ctr"/>
          <a:lstStyle/>
          <a:p>
            <a:pPr marL="0" indent="0" algn="ctr">
              <a:buNone/>
            </a:pPr>
            <a:r>
              <a:rPr lang="en-US" sz="1200" b="1" dirty="0">
                <a:solidFill>
                  <a:srgbClr val="1F2328"/>
                </a:solidFill>
                <a:latin typeface="맑은 고딕" pitchFamily="34" charset="0"/>
                <a:ea typeface="맑은 고딕" pitchFamily="34" charset="-122"/>
                <a:cs typeface="맑은 고딕" pitchFamily="34" charset="-120"/>
              </a:rPr>
              <a:t>User</a:t>
            </a:r>
            <a:endParaRPr lang="en-US" sz="1200" dirty="0"/>
          </a:p>
          <a:p>
            <a:pPr marL="0" indent="0" algn="ctr">
              <a:buNone/>
            </a:pPr>
            <a:r>
              <a:rPr lang="en-US" sz="1100" dirty="0">
                <a:solidFill>
                  <a:srgbClr val="6B7280"/>
                </a:solidFill>
                <a:latin typeface="맑은 고딕" pitchFamily="34" charset="0"/>
                <a:ea typeface="맑은 고딕" pitchFamily="34" charset="-122"/>
                <a:cs typeface="맑은 고딕" pitchFamily="34" charset="-120"/>
              </a:rPr>
              <a:t>점검자 계정</a:t>
            </a:r>
            <a:endParaRPr lang="en-US" sz="1200" dirty="0"/>
          </a:p>
        </p:txBody>
      </p:sp>
      <p:sp>
        <p:nvSpPr>
          <p:cNvPr id="6" name="Text 3"/>
          <p:cNvSpPr txBox="1"/>
          <p:nvPr/>
        </p:nvSpPr>
        <p:spPr>
          <a:xfrm>
            <a:off x="640080" y="3063240"/>
            <a:ext cx="1856232" cy="914400"/>
          </a:xfrm>
          <a:prstGeom prst="rect">
            <a:avLst/>
          </a:prstGeom>
          <a:solidFill>
            <a:srgbClr val="FFFFFF"/>
          </a:solidFill>
          <a:ln w="12700">
            <a:solidFill>
              <a:srgbClr val="9CA3AF"/>
            </a:solidFill>
          </a:ln>
        </p:spPr>
        <p:txBody>
          <a:bodyPr wrap="square" lIns="50800" tIns="50800" rIns="50800" bIns="50800" rtlCol="0" anchor="ctr"/>
          <a:lstStyle/>
          <a:p>
            <a:pPr marL="0" indent="0" algn="ctr">
              <a:buNone/>
            </a:pPr>
            <a:r>
              <a:rPr lang="en-US" sz="1200" b="1" dirty="0">
                <a:solidFill>
                  <a:srgbClr val="1F2328"/>
                </a:solidFill>
                <a:latin typeface="맑은 고딕" pitchFamily="34" charset="0"/>
                <a:ea typeface="맑은 고딕" pitchFamily="34" charset="-122"/>
                <a:cs typeface="맑은 고딕" pitchFamily="34" charset="-120"/>
              </a:rPr>
              <a:t>Building</a:t>
            </a:r>
            <a:endParaRPr lang="en-US" sz="1200" dirty="0"/>
          </a:p>
          <a:p>
            <a:pPr marL="0" indent="0" algn="ctr">
              <a:buNone/>
            </a:pPr>
            <a:r>
              <a:rPr lang="en-US" sz="1100" dirty="0">
                <a:solidFill>
                  <a:srgbClr val="6B7280"/>
                </a:solidFill>
                <a:latin typeface="맑은 고딕" pitchFamily="34" charset="0"/>
                <a:ea typeface="맑은 고딕" pitchFamily="34" charset="-122"/>
                <a:cs typeface="맑은 고딕" pitchFamily="34" charset="-120"/>
              </a:rPr>
              <a:t>건물 정보</a:t>
            </a:r>
            <a:endParaRPr lang="en-US" sz="1200" dirty="0"/>
          </a:p>
        </p:txBody>
      </p:sp>
      <p:sp>
        <p:nvSpPr>
          <p:cNvPr id="7" name="Text 4"/>
          <p:cNvSpPr txBox="1"/>
          <p:nvPr/>
        </p:nvSpPr>
        <p:spPr>
          <a:xfrm>
            <a:off x="2903220" y="3063240"/>
            <a:ext cx="1856232" cy="914400"/>
          </a:xfrm>
          <a:prstGeom prst="rect">
            <a:avLst/>
          </a:prstGeom>
          <a:solidFill>
            <a:srgbClr val="FFFFFF"/>
          </a:solidFill>
          <a:ln w="12700">
            <a:solidFill>
              <a:srgbClr val="9CA3AF"/>
            </a:solidFill>
          </a:ln>
        </p:spPr>
        <p:txBody>
          <a:bodyPr wrap="square" lIns="50800" tIns="50800" rIns="50800" bIns="50800" rtlCol="0" anchor="ctr"/>
          <a:lstStyle/>
          <a:p>
            <a:pPr marL="0" indent="0" algn="ctr">
              <a:buNone/>
            </a:pPr>
            <a:r>
              <a:rPr lang="en-US" sz="1200" b="1" dirty="0">
                <a:solidFill>
                  <a:srgbClr val="1F2328"/>
                </a:solidFill>
                <a:latin typeface="맑은 고딕" pitchFamily="34" charset="0"/>
                <a:ea typeface="맑은 고딕" pitchFamily="34" charset="-122"/>
                <a:cs typeface="맑은 고딕" pitchFamily="34" charset="-120"/>
              </a:rPr>
              <a:t>InspectionProject</a:t>
            </a:r>
            <a:endParaRPr lang="en-US" sz="1200" dirty="0"/>
          </a:p>
          <a:p>
            <a:pPr marL="0" indent="0" algn="ctr">
              <a:buNone/>
            </a:pPr>
            <a:r>
              <a:rPr lang="en-US" sz="1100" dirty="0">
                <a:solidFill>
                  <a:srgbClr val="6B7280"/>
                </a:solidFill>
                <a:latin typeface="맑은 고딕" pitchFamily="34" charset="0"/>
                <a:ea typeface="맑은 고딕" pitchFamily="34" charset="-122"/>
                <a:cs typeface="맑은 고딕" pitchFamily="34" charset="-120"/>
              </a:rPr>
              <a:t>점검 프로젝트</a:t>
            </a:r>
            <a:endParaRPr lang="en-US" sz="1200" dirty="0"/>
          </a:p>
        </p:txBody>
      </p:sp>
      <p:sp>
        <p:nvSpPr>
          <p:cNvPr id="8" name="Text 5"/>
          <p:cNvSpPr txBox="1"/>
          <p:nvPr/>
        </p:nvSpPr>
        <p:spPr>
          <a:xfrm>
            <a:off x="5166360" y="3063240"/>
            <a:ext cx="1856232" cy="914400"/>
          </a:xfrm>
          <a:prstGeom prst="rect">
            <a:avLst/>
          </a:prstGeom>
          <a:solidFill>
            <a:srgbClr val="FFFFFF"/>
          </a:solidFill>
          <a:ln w="12700">
            <a:solidFill>
              <a:srgbClr val="9CA3AF"/>
            </a:solidFill>
          </a:ln>
        </p:spPr>
        <p:txBody>
          <a:bodyPr wrap="square" lIns="50800" tIns="50800" rIns="50800" bIns="50800" rtlCol="0" anchor="ctr"/>
          <a:lstStyle/>
          <a:p>
            <a:pPr marL="0" indent="0" algn="ctr">
              <a:buNone/>
            </a:pPr>
            <a:r>
              <a:rPr lang="en-US" sz="1200" b="1" dirty="0">
                <a:solidFill>
                  <a:srgbClr val="1F2328"/>
                </a:solidFill>
                <a:latin typeface="맑은 고딕" pitchFamily="34" charset="0"/>
                <a:ea typeface="맑은 고딕" pitchFamily="34" charset="-122"/>
                <a:cs typeface="맑은 고딕" pitchFamily="34" charset="-120"/>
              </a:rPr>
              <a:t>InspectionZone</a:t>
            </a:r>
            <a:endParaRPr lang="en-US" sz="1200" dirty="0"/>
          </a:p>
          <a:p>
            <a:pPr marL="0" indent="0" algn="ctr">
              <a:buNone/>
            </a:pPr>
            <a:r>
              <a:rPr lang="en-US" sz="1100" dirty="0">
                <a:solidFill>
                  <a:srgbClr val="6B7280"/>
                </a:solidFill>
                <a:latin typeface="맑은 고딕" pitchFamily="34" charset="0"/>
                <a:ea typeface="맑은 고딕" pitchFamily="34" charset="-122"/>
                <a:cs typeface="맑은 고딕" pitchFamily="34" charset="-120"/>
              </a:rPr>
              <a:t>점검 구역</a:t>
            </a:r>
            <a:endParaRPr lang="en-US" sz="1200" dirty="0"/>
          </a:p>
        </p:txBody>
      </p:sp>
      <p:sp>
        <p:nvSpPr>
          <p:cNvPr id="9" name="Text 6"/>
          <p:cNvSpPr txBox="1"/>
          <p:nvPr/>
        </p:nvSpPr>
        <p:spPr>
          <a:xfrm>
            <a:off x="7429500" y="3063240"/>
            <a:ext cx="1856232" cy="914400"/>
          </a:xfrm>
          <a:prstGeom prst="rect">
            <a:avLst/>
          </a:prstGeom>
          <a:solidFill>
            <a:srgbClr val="FFFFFF"/>
          </a:solidFill>
          <a:ln w="12700">
            <a:solidFill>
              <a:srgbClr val="9CA3AF"/>
            </a:solidFill>
          </a:ln>
        </p:spPr>
        <p:txBody>
          <a:bodyPr wrap="square" lIns="50800" tIns="50800" rIns="50800" bIns="50800" rtlCol="0" anchor="ctr"/>
          <a:lstStyle/>
          <a:p>
            <a:pPr marL="0" indent="0" algn="ctr">
              <a:buNone/>
            </a:pPr>
            <a:r>
              <a:rPr lang="en-US" sz="1200" b="1" dirty="0">
                <a:solidFill>
                  <a:srgbClr val="1F2328"/>
                </a:solidFill>
                <a:latin typeface="맑은 고딕" pitchFamily="34" charset="0"/>
                <a:ea typeface="맑은 고딕" pitchFamily="34" charset="-122"/>
                <a:cs typeface="맑은 고딕" pitchFamily="34" charset="-120"/>
              </a:rPr>
              <a:t>InspectionPhoto</a:t>
            </a:r>
            <a:endParaRPr lang="en-US" sz="1200" dirty="0"/>
          </a:p>
          <a:p>
            <a:pPr marL="0" indent="0" algn="ctr">
              <a:buNone/>
            </a:pPr>
            <a:r>
              <a:rPr lang="en-US" sz="1100" dirty="0">
                <a:solidFill>
                  <a:srgbClr val="6B7280"/>
                </a:solidFill>
                <a:latin typeface="맑은 고딕" pitchFamily="34" charset="0"/>
                <a:ea typeface="맑은 고딕" pitchFamily="34" charset="-122"/>
                <a:cs typeface="맑은 고딕" pitchFamily="34" charset="-120"/>
              </a:rPr>
              <a:t>촬영 사진</a:t>
            </a:r>
            <a:endParaRPr lang="en-US" sz="1200" dirty="0"/>
          </a:p>
        </p:txBody>
      </p:sp>
      <p:sp>
        <p:nvSpPr>
          <p:cNvPr id="10" name="Text 7"/>
          <p:cNvSpPr txBox="1"/>
          <p:nvPr/>
        </p:nvSpPr>
        <p:spPr>
          <a:xfrm>
            <a:off x="9692640" y="3063240"/>
            <a:ext cx="1856232" cy="914400"/>
          </a:xfrm>
          <a:prstGeom prst="rect">
            <a:avLst/>
          </a:prstGeom>
          <a:solidFill>
            <a:srgbClr val="FFFFFF"/>
          </a:solidFill>
          <a:ln w="12700">
            <a:solidFill>
              <a:srgbClr val="9CA3AF"/>
            </a:solidFill>
          </a:ln>
        </p:spPr>
        <p:txBody>
          <a:bodyPr wrap="square" lIns="50800" tIns="50800" rIns="50800" bIns="50800" rtlCol="0" anchor="ctr"/>
          <a:lstStyle/>
          <a:p>
            <a:pPr marL="0" indent="0" algn="ctr">
              <a:buNone/>
            </a:pPr>
            <a:r>
              <a:rPr lang="en-US" sz="1200" b="1" dirty="0">
                <a:solidFill>
                  <a:srgbClr val="1F2328"/>
                </a:solidFill>
                <a:latin typeface="맑은 고딕" pitchFamily="34" charset="0"/>
                <a:ea typeface="맑은 고딕" pitchFamily="34" charset="-122"/>
                <a:cs typeface="맑은 고딕" pitchFamily="34" charset="-120"/>
              </a:rPr>
              <a:t>DefectDetection</a:t>
            </a:r>
            <a:endParaRPr lang="en-US" sz="1200" dirty="0"/>
          </a:p>
          <a:p>
            <a:pPr marL="0" indent="0" algn="ctr">
              <a:buNone/>
            </a:pPr>
            <a:r>
              <a:rPr lang="en-US" sz="1100" dirty="0">
                <a:solidFill>
                  <a:srgbClr val="6B7280"/>
                </a:solidFill>
                <a:latin typeface="맑은 고딕" pitchFamily="34" charset="0"/>
                <a:ea typeface="맑은 고딕" pitchFamily="34" charset="-122"/>
                <a:cs typeface="맑은 고딕" pitchFamily="34" charset="-120"/>
              </a:rPr>
              <a:t>균열 탐지 결과</a:t>
            </a:r>
            <a:endParaRPr lang="en-US" sz="1200" dirty="0"/>
          </a:p>
        </p:txBody>
      </p:sp>
      <p:sp>
        <p:nvSpPr>
          <p:cNvPr id="11" name="Text 8"/>
          <p:cNvSpPr txBox="1"/>
          <p:nvPr/>
        </p:nvSpPr>
        <p:spPr>
          <a:xfrm>
            <a:off x="1783080" y="4754880"/>
            <a:ext cx="1856232" cy="914400"/>
          </a:xfrm>
          <a:prstGeom prst="rect">
            <a:avLst/>
          </a:prstGeom>
          <a:solidFill>
            <a:srgbClr val="FFFFFF"/>
          </a:solidFill>
          <a:ln w="12700">
            <a:solidFill>
              <a:srgbClr val="9CA3AF"/>
            </a:solidFill>
          </a:ln>
        </p:spPr>
        <p:txBody>
          <a:bodyPr wrap="square" lIns="50800" tIns="50800" rIns="50800" bIns="50800" rtlCol="0" anchor="ctr"/>
          <a:lstStyle/>
          <a:p>
            <a:pPr marL="0" indent="0" algn="ctr">
              <a:buNone/>
            </a:pPr>
            <a:r>
              <a:rPr lang="en-US" sz="1200" b="1" dirty="0">
                <a:solidFill>
                  <a:srgbClr val="1F2328"/>
                </a:solidFill>
                <a:latin typeface="맑은 고딕" pitchFamily="34" charset="0"/>
                <a:ea typeface="맑은 고딕" pitchFamily="34" charset="-122"/>
                <a:cs typeface="맑은 고딕" pitchFamily="34" charset="-120"/>
              </a:rPr>
              <a:t>SafetyGrade</a:t>
            </a:r>
            <a:endParaRPr lang="en-US" sz="1200" dirty="0"/>
          </a:p>
          <a:p>
            <a:pPr marL="0" indent="0" algn="ctr">
              <a:buNone/>
            </a:pPr>
            <a:r>
              <a:rPr lang="en-US" sz="1100" dirty="0">
                <a:solidFill>
                  <a:srgbClr val="6B7280"/>
                </a:solidFill>
                <a:latin typeface="맑은 고딕" pitchFamily="34" charset="0"/>
                <a:ea typeface="맑은 고딕" pitchFamily="34" charset="-122"/>
                <a:cs typeface="맑은 고딕" pitchFamily="34" charset="-120"/>
              </a:rPr>
              <a:t>안전등급 이력</a:t>
            </a:r>
            <a:endParaRPr lang="en-US" sz="1200" dirty="0"/>
          </a:p>
        </p:txBody>
      </p:sp>
      <p:sp>
        <p:nvSpPr>
          <p:cNvPr id="12" name="Text 9"/>
          <p:cNvSpPr txBox="1"/>
          <p:nvPr/>
        </p:nvSpPr>
        <p:spPr>
          <a:xfrm>
            <a:off x="4023360" y="4754880"/>
            <a:ext cx="1856232" cy="914400"/>
          </a:xfrm>
          <a:prstGeom prst="rect">
            <a:avLst/>
          </a:prstGeom>
          <a:solidFill>
            <a:srgbClr val="FFFFFF"/>
          </a:solidFill>
          <a:ln w="12700">
            <a:solidFill>
              <a:srgbClr val="9CA3AF"/>
            </a:solidFill>
          </a:ln>
        </p:spPr>
        <p:txBody>
          <a:bodyPr wrap="square" lIns="50800" tIns="50800" rIns="50800" bIns="50800" rtlCol="0" anchor="ctr"/>
          <a:lstStyle/>
          <a:p>
            <a:pPr marL="0" indent="0" algn="ctr">
              <a:buNone/>
            </a:pPr>
            <a:r>
              <a:rPr lang="en-US" sz="1200" b="1" dirty="0">
                <a:solidFill>
                  <a:srgbClr val="1F2328"/>
                </a:solidFill>
                <a:latin typeface="맑은 고딕" pitchFamily="34" charset="0"/>
                <a:ea typeface="맑은 고딕" pitchFamily="34" charset="-122"/>
                <a:cs typeface="맑은 고딕" pitchFamily="34" charset="-120"/>
              </a:rPr>
              <a:t>Report</a:t>
            </a:r>
            <a:endParaRPr lang="en-US" sz="1200" dirty="0"/>
          </a:p>
          <a:p>
            <a:pPr marL="0" indent="0" algn="ctr">
              <a:buNone/>
            </a:pPr>
            <a:r>
              <a:rPr lang="en-US" sz="1100" dirty="0">
                <a:solidFill>
                  <a:srgbClr val="6B7280"/>
                </a:solidFill>
                <a:latin typeface="맑은 고딕" pitchFamily="34" charset="0"/>
                <a:ea typeface="맑은 고딕" pitchFamily="34" charset="-122"/>
                <a:cs typeface="맑은 고딕" pitchFamily="34" charset="-120"/>
              </a:rPr>
              <a:t>PDF / DOCX 보고서</a:t>
            </a:r>
            <a:endParaRPr lang="en-US" sz="1200" dirty="0"/>
          </a:p>
        </p:txBody>
      </p:sp>
      <p:sp>
        <p:nvSpPr>
          <p:cNvPr id="13" name="Shape 10"/>
          <p:cNvSpPr/>
          <p:nvPr/>
        </p:nvSpPr>
        <p:spPr>
          <a:xfrm>
            <a:off x="3831336" y="2560320"/>
            <a:ext cx="0" cy="502920"/>
          </a:xfrm>
          <a:prstGeom prst="line">
            <a:avLst/>
          </a:prstGeom>
          <a:noFill/>
          <a:ln w="15875">
            <a:solidFill>
              <a:srgbClr val="6B7280"/>
            </a:solidFill>
            <a:prstDash val="solid"/>
            <a:tailEnd type="triangle"/>
          </a:ln>
        </p:spPr>
      </p:sp>
      <p:sp>
        <p:nvSpPr>
          <p:cNvPr id="14" name="Text 11"/>
          <p:cNvSpPr txBox="1"/>
          <p:nvPr/>
        </p:nvSpPr>
        <p:spPr>
          <a:xfrm>
            <a:off x="3941064" y="2697480"/>
            <a:ext cx="1371600" cy="228600"/>
          </a:xfrm>
          <a:prstGeom prst="rect">
            <a:avLst/>
          </a:prstGeom>
          <a:noFill/>
          <a:ln/>
        </p:spPr>
        <p:txBody>
          <a:bodyPr wrap="square" lIns="0" tIns="0" rIns="0" bIns="0" rtlCol="0" anchor="t"/>
          <a:lstStyle/>
          <a:p>
            <a:pPr marL="0" indent="0" algn="l">
              <a:lnSpc>
                <a:spcPct val="115000"/>
              </a:lnSpc>
              <a:buNone/>
            </a:pPr>
            <a:r>
              <a:rPr lang="en-US" sz="1100" b="1" dirty="0">
                <a:solidFill>
                  <a:srgbClr val="B8562E"/>
                </a:solidFill>
                <a:latin typeface="맑은 고딕" pitchFamily="34" charset="0"/>
                <a:ea typeface="맑은 고딕" pitchFamily="34" charset="-122"/>
                <a:cs typeface="맑은 고딕" pitchFamily="34" charset="-120"/>
              </a:rPr>
              <a:t>1:N (inspector)</a:t>
            </a:r>
            <a:endParaRPr lang="en-US" sz="1100" dirty="0"/>
          </a:p>
        </p:txBody>
      </p:sp>
      <p:sp>
        <p:nvSpPr>
          <p:cNvPr id="15" name="Shape 12"/>
          <p:cNvSpPr/>
          <p:nvPr/>
        </p:nvSpPr>
        <p:spPr>
          <a:xfrm>
            <a:off x="2496312" y="3520440"/>
            <a:ext cx="406908" cy="0"/>
          </a:xfrm>
          <a:prstGeom prst="line">
            <a:avLst/>
          </a:prstGeom>
          <a:noFill/>
          <a:ln w="15875">
            <a:solidFill>
              <a:srgbClr val="6B7280"/>
            </a:solidFill>
            <a:prstDash val="solid"/>
            <a:tailEnd type="triangle"/>
          </a:ln>
        </p:spPr>
      </p:sp>
      <p:sp>
        <p:nvSpPr>
          <p:cNvPr id="16" name="Text 13"/>
          <p:cNvSpPr txBox="1"/>
          <p:nvPr/>
        </p:nvSpPr>
        <p:spPr>
          <a:xfrm>
            <a:off x="2425446" y="3200400"/>
            <a:ext cx="548640" cy="228600"/>
          </a:xfrm>
          <a:prstGeom prst="rect">
            <a:avLst/>
          </a:prstGeom>
          <a:noFill/>
          <a:ln/>
        </p:spPr>
        <p:txBody>
          <a:bodyPr wrap="square" lIns="0" tIns="0" rIns="0" bIns="0" rtlCol="0" anchor="t"/>
          <a:lstStyle/>
          <a:p>
            <a:pPr marL="0" indent="0" algn="ctr">
              <a:lnSpc>
                <a:spcPct val="115000"/>
              </a:lnSpc>
              <a:buNone/>
            </a:pPr>
            <a:r>
              <a:rPr lang="en-US" sz="1200" b="1" dirty="0">
                <a:solidFill>
                  <a:srgbClr val="B8562E"/>
                </a:solidFill>
                <a:latin typeface="맑은 고딕" pitchFamily="34" charset="0"/>
                <a:ea typeface="맑은 고딕" pitchFamily="34" charset="-122"/>
                <a:cs typeface="맑은 고딕" pitchFamily="34" charset="-120"/>
              </a:rPr>
              <a:t>1:N</a:t>
            </a:r>
            <a:endParaRPr lang="en-US" sz="1200" dirty="0"/>
          </a:p>
        </p:txBody>
      </p:sp>
      <p:sp>
        <p:nvSpPr>
          <p:cNvPr id="17" name="Shape 14"/>
          <p:cNvSpPr/>
          <p:nvPr/>
        </p:nvSpPr>
        <p:spPr>
          <a:xfrm>
            <a:off x="4759452" y="3520440"/>
            <a:ext cx="406908" cy="0"/>
          </a:xfrm>
          <a:prstGeom prst="line">
            <a:avLst/>
          </a:prstGeom>
          <a:noFill/>
          <a:ln w="15875">
            <a:solidFill>
              <a:srgbClr val="6B7280"/>
            </a:solidFill>
            <a:prstDash val="solid"/>
            <a:tailEnd type="triangle"/>
          </a:ln>
        </p:spPr>
      </p:sp>
      <p:sp>
        <p:nvSpPr>
          <p:cNvPr id="18" name="Text 15"/>
          <p:cNvSpPr txBox="1"/>
          <p:nvPr/>
        </p:nvSpPr>
        <p:spPr>
          <a:xfrm>
            <a:off x="4688586" y="3200400"/>
            <a:ext cx="548640" cy="228600"/>
          </a:xfrm>
          <a:prstGeom prst="rect">
            <a:avLst/>
          </a:prstGeom>
          <a:noFill/>
          <a:ln/>
        </p:spPr>
        <p:txBody>
          <a:bodyPr wrap="square" lIns="0" tIns="0" rIns="0" bIns="0" rtlCol="0" anchor="t"/>
          <a:lstStyle/>
          <a:p>
            <a:pPr marL="0" indent="0" algn="ctr">
              <a:lnSpc>
                <a:spcPct val="115000"/>
              </a:lnSpc>
              <a:buNone/>
            </a:pPr>
            <a:r>
              <a:rPr lang="en-US" sz="1200" b="1" dirty="0">
                <a:solidFill>
                  <a:srgbClr val="B8562E"/>
                </a:solidFill>
                <a:latin typeface="맑은 고딕" pitchFamily="34" charset="0"/>
                <a:ea typeface="맑은 고딕" pitchFamily="34" charset="-122"/>
                <a:cs typeface="맑은 고딕" pitchFamily="34" charset="-120"/>
              </a:rPr>
              <a:t>1:N</a:t>
            </a:r>
            <a:endParaRPr lang="en-US" sz="1200" dirty="0"/>
          </a:p>
        </p:txBody>
      </p:sp>
      <p:sp>
        <p:nvSpPr>
          <p:cNvPr id="19" name="Shape 16"/>
          <p:cNvSpPr/>
          <p:nvPr/>
        </p:nvSpPr>
        <p:spPr>
          <a:xfrm>
            <a:off x="7022592" y="3520440"/>
            <a:ext cx="406908" cy="0"/>
          </a:xfrm>
          <a:prstGeom prst="line">
            <a:avLst/>
          </a:prstGeom>
          <a:noFill/>
          <a:ln w="15875">
            <a:solidFill>
              <a:srgbClr val="6B7280"/>
            </a:solidFill>
            <a:prstDash val="solid"/>
            <a:tailEnd type="triangle"/>
          </a:ln>
        </p:spPr>
      </p:sp>
      <p:sp>
        <p:nvSpPr>
          <p:cNvPr id="20" name="Text 17"/>
          <p:cNvSpPr txBox="1"/>
          <p:nvPr/>
        </p:nvSpPr>
        <p:spPr>
          <a:xfrm>
            <a:off x="6951726" y="3200400"/>
            <a:ext cx="548640" cy="228600"/>
          </a:xfrm>
          <a:prstGeom prst="rect">
            <a:avLst/>
          </a:prstGeom>
          <a:noFill/>
          <a:ln/>
        </p:spPr>
        <p:txBody>
          <a:bodyPr wrap="square" lIns="0" tIns="0" rIns="0" bIns="0" rtlCol="0" anchor="t"/>
          <a:lstStyle/>
          <a:p>
            <a:pPr marL="0" indent="0" algn="ctr">
              <a:lnSpc>
                <a:spcPct val="115000"/>
              </a:lnSpc>
              <a:buNone/>
            </a:pPr>
            <a:r>
              <a:rPr lang="en-US" sz="1200" b="1" dirty="0">
                <a:solidFill>
                  <a:srgbClr val="B8562E"/>
                </a:solidFill>
                <a:latin typeface="맑은 고딕" pitchFamily="34" charset="0"/>
                <a:ea typeface="맑은 고딕" pitchFamily="34" charset="-122"/>
                <a:cs typeface="맑은 고딕" pitchFamily="34" charset="-120"/>
              </a:rPr>
              <a:t>1:N</a:t>
            </a:r>
            <a:endParaRPr lang="en-US" sz="1200" dirty="0"/>
          </a:p>
        </p:txBody>
      </p:sp>
      <p:sp>
        <p:nvSpPr>
          <p:cNvPr id="21" name="Shape 18"/>
          <p:cNvSpPr/>
          <p:nvPr/>
        </p:nvSpPr>
        <p:spPr>
          <a:xfrm>
            <a:off x="9285732" y="3520440"/>
            <a:ext cx="406908" cy="0"/>
          </a:xfrm>
          <a:prstGeom prst="line">
            <a:avLst/>
          </a:prstGeom>
          <a:noFill/>
          <a:ln w="15875">
            <a:solidFill>
              <a:srgbClr val="6B7280"/>
            </a:solidFill>
            <a:prstDash val="solid"/>
            <a:tailEnd type="triangle"/>
          </a:ln>
        </p:spPr>
      </p:sp>
      <p:sp>
        <p:nvSpPr>
          <p:cNvPr id="22" name="Text 19"/>
          <p:cNvSpPr txBox="1"/>
          <p:nvPr/>
        </p:nvSpPr>
        <p:spPr>
          <a:xfrm>
            <a:off x="9214866" y="3200400"/>
            <a:ext cx="548640" cy="228600"/>
          </a:xfrm>
          <a:prstGeom prst="rect">
            <a:avLst/>
          </a:prstGeom>
          <a:noFill/>
          <a:ln/>
        </p:spPr>
        <p:txBody>
          <a:bodyPr wrap="square" lIns="0" tIns="0" rIns="0" bIns="0" rtlCol="0" anchor="t"/>
          <a:lstStyle/>
          <a:p>
            <a:pPr marL="0" indent="0" algn="ctr">
              <a:lnSpc>
                <a:spcPct val="115000"/>
              </a:lnSpc>
              <a:buNone/>
            </a:pPr>
            <a:r>
              <a:rPr lang="en-US" sz="1200" b="1" dirty="0">
                <a:solidFill>
                  <a:srgbClr val="B8562E"/>
                </a:solidFill>
                <a:latin typeface="맑은 고딕" pitchFamily="34" charset="0"/>
                <a:ea typeface="맑은 고딕" pitchFamily="34" charset="-122"/>
                <a:cs typeface="맑은 고딕" pitchFamily="34" charset="-120"/>
              </a:rPr>
              <a:t>1:N</a:t>
            </a:r>
            <a:endParaRPr lang="en-US" sz="1200" dirty="0"/>
          </a:p>
        </p:txBody>
      </p:sp>
      <p:sp>
        <p:nvSpPr>
          <p:cNvPr id="23" name="Shape 20"/>
          <p:cNvSpPr/>
          <p:nvPr/>
        </p:nvSpPr>
        <p:spPr>
          <a:xfrm>
            <a:off x="3831336" y="3977640"/>
            <a:ext cx="0" cy="365760"/>
          </a:xfrm>
          <a:prstGeom prst="line">
            <a:avLst/>
          </a:prstGeom>
          <a:noFill/>
          <a:ln w="15875">
            <a:solidFill>
              <a:srgbClr val="6B7280"/>
            </a:solidFill>
            <a:prstDash val="solid"/>
          </a:ln>
        </p:spPr>
      </p:sp>
      <p:sp>
        <p:nvSpPr>
          <p:cNvPr id="24" name="Shape 21"/>
          <p:cNvSpPr/>
          <p:nvPr/>
        </p:nvSpPr>
        <p:spPr>
          <a:xfrm>
            <a:off x="2720340" y="4343400"/>
            <a:ext cx="2240280" cy="0"/>
          </a:xfrm>
          <a:prstGeom prst="line">
            <a:avLst/>
          </a:prstGeom>
          <a:noFill/>
          <a:ln w="15875">
            <a:solidFill>
              <a:srgbClr val="6B7280"/>
            </a:solidFill>
            <a:prstDash val="solid"/>
          </a:ln>
        </p:spPr>
      </p:sp>
      <p:sp>
        <p:nvSpPr>
          <p:cNvPr id="25" name="Shape 22"/>
          <p:cNvSpPr/>
          <p:nvPr/>
        </p:nvSpPr>
        <p:spPr>
          <a:xfrm>
            <a:off x="2720340" y="4343400"/>
            <a:ext cx="0" cy="411480"/>
          </a:xfrm>
          <a:prstGeom prst="line">
            <a:avLst/>
          </a:prstGeom>
          <a:noFill/>
          <a:ln w="15875">
            <a:solidFill>
              <a:srgbClr val="6B7280"/>
            </a:solidFill>
            <a:prstDash val="solid"/>
            <a:tailEnd type="triangle"/>
          </a:ln>
        </p:spPr>
      </p:sp>
      <p:sp>
        <p:nvSpPr>
          <p:cNvPr id="26" name="Shape 23"/>
          <p:cNvSpPr/>
          <p:nvPr/>
        </p:nvSpPr>
        <p:spPr>
          <a:xfrm>
            <a:off x="4960620" y="4343400"/>
            <a:ext cx="0" cy="411480"/>
          </a:xfrm>
          <a:prstGeom prst="line">
            <a:avLst/>
          </a:prstGeom>
          <a:noFill/>
          <a:ln w="15875">
            <a:solidFill>
              <a:srgbClr val="6B7280"/>
            </a:solidFill>
            <a:prstDash val="solid"/>
            <a:tailEnd type="triangle"/>
          </a:ln>
        </p:spPr>
      </p:sp>
      <p:sp>
        <p:nvSpPr>
          <p:cNvPr id="27" name="Text 24"/>
          <p:cNvSpPr txBox="1"/>
          <p:nvPr/>
        </p:nvSpPr>
        <p:spPr>
          <a:xfrm>
            <a:off x="2194560" y="4370832"/>
            <a:ext cx="548640" cy="228600"/>
          </a:xfrm>
          <a:prstGeom prst="rect">
            <a:avLst/>
          </a:prstGeom>
          <a:noFill/>
          <a:ln/>
        </p:spPr>
        <p:txBody>
          <a:bodyPr wrap="square" lIns="0" tIns="0" rIns="0" bIns="0" rtlCol="0" anchor="t"/>
          <a:lstStyle/>
          <a:p>
            <a:pPr marL="0" indent="0" algn="ctr">
              <a:lnSpc>
                <a:spcPct val="115000"/>
              </a:lnSpc>
              <a:buNone/>
            </a:pPr>
            <a:r>
              <a:rPr lang="en-US" sz="1200" b="1" dirty="0">
                <a:solidFill>
                  <a:srgbClr val="B8562E"/>
                </a:solidFill>
                <a:latin typeface="맑은 고딕" pitchFamily="34" charset="0"/>
                <a:ea typeface="맑은 고딕" pitchFamily="34" charset="-122"/>
                <a:cs typeface="맑은 고딕" pitchFamily="34" charset="-120"/>
              </a:rPr>
              <a:t>1:N</a:t>
            </a:r>
            <a:endParaRPr lang="en-US" sz="1200" dirty="0"/>
          </a:p>
        </p:txBody>
      </p:sp>
      <p:sp>
        <p:nvSpPr>
          <p:cNvPr id="28" name="Text 25"/>
          <p:cNvSpPr txBox="1"/>
          <p:nvPr/>
        </p:nvSpPr>
        <p:spPr>
          <a:xfrm>
            <a:off x="5029200" y="4370832"/>
            <a:ext cx="548640" cy="228600"/>
          </a:xfrm>
          <a:prstGeom prst="rect">
            <a:avLst/>
          </a:prstGeom>
          <a:noFill/>
          <a:ln/>
        </p:spPr>
        <p:txBody>
          <a:bodyPr wrap="square" lIns="0" tIns="0" rIns="0" bIns="0" rtlCol="0" anchor="t"/>
          <a:lstStyle/>
          <a:p>
            <a:pPr marL="0" indent="0" algn="ctr">
              <a:lnSpc>
                <a:spcPct val="115000"/>
              </a:lnSpc>
              <a:buNone/>
            </a:pPr>
            <a:r>
              <a:rPr lang="en-US" sz="1200" b="1" dirty="0">
                <a:solidFill>
                  <a:srgbClr val="B8562E"/>
                </a:solidFill>
                <a:latin typeface="맑은 고딕" pitchFamily="34" charset="0"/>
                <a:ea typeface="맑은 고딕" pitchFamily="34" charset="-122"/>
                <a:cs typeface="맑은 고딕" pitchFamily="34" charset="-120"/>
              </a:rPr>
              <a:t>1:N</a:t>
            </a:r>
            <a:endParaRPr lang="en-US" sz="1200" dirty="0"/>
          </a:p>
        </p:txBody>
      </p:sp>
      <p:sp>
        <p:nvSpPr>
          <p:cNvPr id="29" name="Shape 26"/>
          <p:cNvSpPr/>
          <p:nvPr/>
        </p:nvSpPr>
        <p:spPr>
          <a:xfrm>
            <a:off x="6812280" y="4343400"/>
            <a:ext cx="4736592" cy="1325880"/>
          </a:xfrm>
          <a:prstGeom prst="rect">
            <a:avLst/>
          </a:prstGeom>
          <a:solidFill>
            <a:srgbClr val="F4F5F6"/>
          </a:solidFill>
          <a:ln/>
        </p:spPr>
      </p:sp>
      <p:sp>
        <p:nvSpPr>
          <p:cNvPr id="30" name="Text 27"/>
          <p:cNvSpPr txBox="1"/>
          <p:nvPr/>
        </p:nvSpPr>
        <p:spPr>
          <a:xfrm>
            <a:off x="7040880" y="4498848"/>
            <a:ext cx="4297680" cy="1051560"/>
          </a:xfrm>
          <a:prstGeom prst="rect">
            <a:avLst/>
          </a:prstGeom>
          <a:noFill/>
          <a:ln/>
        </p:spPr>
        <p:txBody>
          <a:bodyPr wrap="square" lIns="0" tIns="0" rIns="0" bIns="0" rtlCol="0" anchor="t"/>
          <a:lstStyle/>
          <a:p>
            <a:pPr marL="0" indent="0" algn="l">
              <a:lnSpc>
                <a:spcPct val="125000"/>
              </a:lnSpc>
              <a:buNone/>
            </a:pPr>
            <a:r>
              <a:rPr lang="en-US" sz="1400" dirty="0">
                <a:solidFill>
                  <a:srgbClr val="2B2F34"/>
                </a:solidFill>
                <a:latin typeface="맑은 고딕" pitchFamily="34" charset="0"/>
                <a:ea typeface="맑은 고딕" pitchFamily="34" charset="-122"/>
                <a:cs typeface="맑은 고딕" pitchFamily="34" charset="-120"/>
              </a:rPr>
              <a:t>InspectionProject를 중심으로</a:t>
            </a:r>
            <a:endParaRPr lang="en-US" sz="1400" dirty="0"/>
          </a:p>
          <a:p>
            <a:pPr marL="0" indent="0" algn="l">
              <a:lnSpc>
                <a:spcPct val="125000"/>
              </a:lnSpc>
              <a:buNone/>
            </a:pPr>
            <a:r>
              <a:rPr lang="en-US" sz="1400" dirty="0">
                <a:solidFill>
                  <a:srgbClr val="2B2F34"/>
                </a:solidFill>
                <a:latin typeface="맑은 고딕" pitchFamily="34" charset="0"/>
                <a:ea typeface="맑은 고딕" pitchFamily="34" charset="-122"/>
                <a:cs typeface="맑은 고딕" pitchFamily="34" charset="-120"/>
              </a:rPr>
              <a:t>건물·점검자·구역·사진·탐지 결과·</a:t>
            </a:r>
            <a:endParaRPr lang="en-US" sz="1400" dirty="0"/>
          </a:p>
          <a:p>
            <a:pPr marL="0" indent="0" algn="l">
              <a:lnSpc>
                <a:spcPct val="125000"/>
              </a:lnSpc>
              <a:buNone/>
            </a:pPr>
            <a:r>
              <a:rPr lang="en-US" sz="1400" dirty="0">
                <a:solidFill>
                  <a:srgbClr val="2B2F34"/>
                </a:solidFill>
                <a:latin typeface="맑은 고딕" pitchFamily="34" charset="0"/>
                <a:ea typeface="맑은 고딕" pitchFamily="34" charset="-122"/>
                <a:cs typeface="맑은 고딕" pitchFamily="34" charset="-120"/>
              </a:rPr>
              <a:t>등급 이력·보고서가 1:N 관계로 연결</a:t>
            </a:r>
            <a:endParaRPr lang="en-US" sz="1400" dirty="0"/>
          </a:p>
        </p:txBody>
      </p:sp>
      <p:sp>
        <p:nvSpPr>
          <p:cNvPr id="31" name="Text 28"/>
          <p:cNvSpPr txBox="1"/>
          <p:nvPr/>
        </p:nvSpPr>
        <p:spPr>
          <a:xfrm>
            <a:off x="640080" y="5989320"/>
            <a:ext cx="10908792" cy="274320"/>
          </a:xfrm>
          <a:prstGeom prst="rect">
            <a:avLst/>
          </a:prstGeom>
          <a:noFill/>
          <a:ln/>
        </p:spPr>
        <p:txBody>
          <a:bodyPr wrap="square" lIns="0" tIns="0" rIns="0" bIns="0" rtlCol="0" anchor="t"/>
          <a:lstStyle/>
          <a:p>
            <a:pPr marL="0" indent="0" algn="l">
              <a:lnSpc>
                <a:spcPct val="115000"/>
              </a:lnSpc>
              <a:buNone/>
            </a:pPr>
            <a:r>
              <a:rPr lang="en-US" sz="1200" dirty="0">
                <a:solidFill>
                  <a:srgbClr val="6B7280"/>
                </a:solidFill>
                <a:latin typeface="맑은 고딕" pitchFamily="34" charset="0"/>
                <a:ea typeface="맑은 고딕" pitchFamily="34" charset="-122"/>
                <a:cs typeface="맑은 고딕" pitchFamily="34" charset="-120"/>
              </a:rPr>
              <a:t>※ 설계 문서(ERD 명세서)에는 PostgreSQL 15를 명시했으나, 배포 단순화를 위해 최종 SQLite로 구현</a:t>
            </a:r>
            <a:endParaRPr lang="en-US" sz="1200" dirty="0"/>
          </a:p>
        </p:txBody>
      </p:sp>
      <p:sp>
        <p:nvSpPr>
          <p:cNvPr id="4" name="Slide Number Placeholder 0"/>
          <p:cNvSpPr>
            <a:spLocks noGrp="1"/>
          </p:cNvSpPr>
          <p:nvPr>
            <p:ph type="sldNum" sz="quarter" idx="4294967295"/>
          </p:nvPr>
        </p:nvSpPr>
        <p:spPr>
          <a:xfrm>
            <a:off x="10634472" y="6455664"/>
            <a:ext cx="9144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latin typeface="맑은 고딕"/>
                <a:ea typeface="맑은 고딕"/>
                <a:cs typeface="맑은 고딕"/>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40080" y="402336"/>
            <a:ext cx="8229600" cy="274320"/>
          </a:xfrm>
          <a:prstGeom prst="rect">
            <a:avLst/>
          </a:prstGeom>
          <a:noFill/>
          <a:ln/>
        </p:spPr>
        <p:txBody>
          <a:bodyPr wrap="square" lIns="0" tIns="0" rIns="0" bIns="0" rtlCol="0" anchor="ctr"/>
          <a:lstStyle/>
          <a:p>
            <a:pPr marL="0" indent="0">
              <a:buNone/>
            </a:pPr>
            <a:r>
              <a:rPr lang="en-US" sz="1200" b="1" kern="0" spc="100" dirty="0">
                <a:solidFill>
                  <a:srgbClr val="B8562E"/>
                </a:solidFill>
                <a:latin typeface="맑은 고딕" pitchFamily="34" charset="0"/>
                <a:ea typeface="맑은 고딕" pitchFamily="34" charset="-122"/>
                <a:cs typeface="맑은 고딕" pitchFamily="34" charset="-120"/>
              </a:rPr>
              <a:t>05 · System Design</a:t>
            </a:r>
            <a:endParaRPr lang="en-US" sz="1200" dirty="0"/>
          </a:p>
        </p:txBody>
      </p:sp>
      <p:sp>
        <p:nvSpPr>
          <p:cNvPr id="3" name="Text 0"/>
          <p:cNvSpPr>
            <a:spLocks noGrp="1"/>
          </p:cNvSpPr>
          <p:nvPr>
            <p:ph type="title" idx="100" hasCustomPrompt="1"/>
          </p:nvPr>
        </p:nvSpPr>
        <p:spPr>
          <a:xfrm>
            <a:off x="640080" y="731520"/>
            <a:ext cx="10908792" cy="640080"/>
          </a:xfrm>
          <a:prstGeom prst="rect">
            <a:avLst/>
          </a:prstGeom>
          <a:noFill/>
          <a:ln/>
        </p:spPr>
        <p:txBody>
          <a:bodyPr wrap="square" lIns="0" tIns="0" rIns="0" bIns="0" rtlCol="0" anchor="t"/>
          <a:lstStyle/>
          <a:p>
            <a:pPr marL="0" indent="0" algn="l">
              <a:buNone/>
            </a:pPr>
            <a:r>
              <a:rPr lang="en-US" sz="3000" b="1" dirty="0">
                <a:solidFill>
                  <a:srgbClr val="1F2328"/>
                </a:solidFill>
                <a:latin typeface="맑은 고딕" pitchFamily="34" charset="0"/>
                <a:ea typeface="맑은 고딕" pitchFamily="34" charset="-122"/>
                <a:cs typeface="맑은 고딕" pitchFamily="34" charset="-120"/>
              </a:rPr>
              <a:t>시스템 설계 — 사용자 흐름</a:t>
            </a:r>
            <a:endParaRPr lang="en-US" sz="3000" dirty="0"/>
          </a:p>
        </p:txBody>
      </p:sp>
      <p:pic>
        <p:nvPicPr>
          <p:cNvPr id="5" name="Image 0" descr="로그인"/>
          <p:cNvPicPr>
            <a:picLocks noChangeAspect="1"/>
          </p:cNvPicPr>
          <p:nvPr/>
        </p:nvPicPr>
        <p:blipFill>
          <a:blip r:embed="rId3"/>
          <a:stretch>
            <a:fillRect/>
          </a:stretch>
        </p:blipFill>
        <p:spPr>
          <a:xfrm>
            <a:off x="1280160" y="1783080"/>
            <a:ext cx="548640" cy="548640"/>
          </a:xfrm>
          <a:prstGeom prst="rect">
            <a:avLst/>
          </a:prstGeom>
        </p:spPr>
      </p:pic>
      <p:sp>
        <p:nvSpPr>
          <p:cNvPr id="6" name="Text 2"/>
          <p:cNvSpPr/>
          <p:nvPr/>
        </p:nvSpPr>
        <p:spPr>
          <a:xfrm>
            <a:off x="1024128" y="1600200"/>
            <a:ext cx="301752" cy="301752"/>
          </a:xfrm>
          <a:prstGeom prst="ellipse">
            <a:avLst/>
          </a:prstGeom>
          <a:solidFill>
            <a:srgbClr val="B8562E"/>
          </a:solidFill>
          <a:ln/>
        </p:spPr>
        <p:txBody>
          <a:bodyPr wrap="square" lIns="0" tIns="0" rIns="0" bIns="0" rtlCol="0" anchor="ctr"/>
          <a:lstStyle/>
          <a:p>
            <a:pPr marL="0" indent="0" algn="ctr">
              <a:buNone/>
            </a:pPr>
            <a:r>
              <a:rPr lang="en-US" sz="1100" b="1" dirty="0">
                <a:solidFill>
                  <a:srgbClr val="FFFFFF"/>
                </a:solidFill>
                <a:latin typeface="맑은 고딕" pitchFamily="34" charset="0"/>
                <a:ea typeface="맑은 고딕" pitchFamily="34" charset="-122"/>
                <a:cs typeface="맑은 고딕" pitchFamily="34" charset="-120"/>
              </a:rPr>
              <a:t>1</a:t>
            </a:r>
            <a:endParaRPr lang="en-US" sz="1200" dirty="0"/>
          </a:p>
        </p:txBody>
      </p:sp>
      <p:sp>
        <p:nvSpPr>
          <p:cNvPr id="7" name="Text 3"/>
          <p:cNvSpPr txBox="1"/>
          <p:nvPr/>
        </p:nvSpPr>
        <p:spPr>
          <a:xfrm>
            <a:off x="640080" y="2441448"/>
            <a:ext cx="1828800" cy="566928"/>
          </a:xfrm>
          <a:prstGeom prst="rect">
            <a:avLst/>
          </a:prstGeom>
          <a:noFill/>
          <a:ln/>
        </p:spPr>
        <p:txBody>
          <a:bodyPr wrap="square" lIns="0" tIns="0" rIns="0" bIns="0" rtlCol="0" anchor="t"/>
          <a:lstStyle/>
          <a:p>
            <a:pPr marL="0" indent="0" algn="ctr">
              <a:lnSpc>
                <a:spcPct val="105000"/>
              </a:lnSpc>
              <a:buNone/>
            </a:pPr>
            <a:r>
              <a:rPr lang="en-US" sz="1400" b="1" dirty="0">
                <a:solidFill>
                  <a:srgbClr val="1F2328"/>
                </a:solidFill>
                <a:latin typeface="맑은 고딕" pitchFamily="34" charset="0"/>
                <a:ea typeface="맑은 고딕" pitchFamily="34" charset="-122"/>
                <a:cs typeface="맑은 고딕" pitchFamily="34" charset="-120"/>
              </a:rPr>
              <a:t>로그인</a:t>
            </a:r>
            <a:endParaRPr lang="en-US" sz="1400" dirty="0"/>
          </a:p>
        </p:txBody>
      </p:sp>
      <p:sp>
        <p:nvSpPr>
          <p:cNvPr id="8" name="Shape 4"/>
          <p:cNvSpPr/>
          <p:nvPr/>
        </p:nvSpPr>
        <p:spPr>
          <a:xfrm>
            <a:off x="1965960" y="2057400"/>
            <a:ext cx="1444752" cy="0"/>
          </a:xfrm>
          <a:prstGeom prst="line">
            <a:avLst/>
          </a:prstGeom>
          <a:noFill/>
          <a:ln w="15875">
            <a:solidFill>
              <a:srgbClr val="6B7280"/>
            </a:solidFill>
            <a:prstDash val="solid"/>
            <a:tailEnd type="triangle"/>
          </a:ln>
        </p:spPr>
      </p:sp>
      <p:pic>
        <p:nvPicPr>
          <p:cNvPr id="9" name="Image 1" descr="건물 등록"/>
          <p:cNvPicPr>
            <a:picLocks noChangeAspect="1"/>
          </p:cNvPicPr>
          <p:nvPr/>
        </p:nvPicPr>
        <p:blipFill>
          <a:blip r:embed="rId4"/>
          <a:stretch>
            <a:fillRect/>
          </a:stretch>
        </p:blipFill>
        <p:spPr>
          <a:xfrm>
            <a:off x="3547872" y="1783080"/>
            <a:ext cx="548640" cy="548640"/>
          </a:xfrm>
          <a:prstGeom prst="rect">
            <a:avLst/>
          </a:prstGeom>
        </p:spPr>
      </p:pic>
      <p:sp>
        <p:nvSpPr>
          <p:cNvPr id="10" name="Text 5"/>
          <p:cNvSpPr/>
          <p:nvPr/>
        </p:nvSpPr>
        <p:spPr>
          <a:xfrm>
            <a:off x="3291840" y="1600200"/>
            <a:ext cx="301752" cy="301752"/>
          </a:xfrm>
          <a:prstGeom prst="ellipse">
            <a:avLst/>
          </a:prstGeom>
          <a:solidFill>
            <a:srgbClr val="B8562E"/>
          </a:solidFill>
          <a:ln/>
        </p:spPr>
        <p:txBody>
          <a:bodyPr wrap="square" lIns="0" tIns="0" rIns="0" bIns="0" rtlCol="0" anchor="ctr"/>
          <a:lstStyle/>
          <a:p>
            <a:pPr marL="0" indent="0" algn="ctr">
              <a:buNone/>
            </a:pPr>
            <a:r>
              <a:rPr lang="en-US" sz="1100" b="1" dirty="0">
                <a:solidFill>
                  <a:srgbClr val="FFFFFF"/>
                </a:solidFill>
                <a:latin typeface="맑은 고딕" pitchFamily="34" charset="0"/>
                <a:ea typeface="맑은 고딕" pitchFamily="34" charset="-122"/>
                <a:cs typeface="맑은 고딕" pitchFamily="34" charset="-120"/>
              </a:rPr>
              <a:t>2</a:t>
            </a:r>
            <a:endParaRPr lang="en-US" sz="1200" dirty="0"/>
          </a:p>
        </p:txBody>
      </p:sp>
      <p:sp>
        <p:nvSpPr>
          <p:cNvPr id="11" name="Text 6"/>
          <p:cNvSpPr txBox="1"/>
          <p:nvPr/>
        </p:nvSpPr>
        <p:spPr>
          <a:xfrm>
            <a:off x="2907792" y="2441448"/>
            <a:ext cx="1828800" cy="566928"/>
          </a:xfrm>
          <a:prstGeom prst="rect">
            <a:avLst/>
          </a:prstGeom>
          <a:noFill/>
          <a:ln/>
        </p:spPr>
        <p:txBody>
          <a:bodyPr wrap="square" lIns="0" tIns="0" rIns="0" bIns="0" rtlCol="0" anchor="t"/>
          <a:lstStyle/>
          <a:p>
            <a:pPr marL="0" indent="0" algn="ctr">
              <a:lnSpc>
                <a:spcPct val="105000"/>
              </a:lnSpc>
              <a:buNone/>
            </a:pPr>
            <a:r>
              <a:rPr lang="en-US" sz="1400" b="1" dirty="0">
                <a:solidFill>
                  <a:srgbClr val="1F2328"/>
                </a:solidFill>
                <a:latin typeface="맑은 고딕" pitchFamily="34" charset="0"/>
                <a:ea typeface="맑은 고딕" pitchFamily="34" charset="-122"/>
                <a:cs typeface="맑은 고딕" pitchFamily="34" charset="-120"/>
              </a:rPr>
              <a:t>건물 등록</a:t>
            </a:r>
            <a:endParaRPr lang="en-US" sz="1400" dirty="0"/>
          </a:p>
        </p:txBody>
      </p:sp>
      <p:sp>
        <p:nvSpPr>
          <p:cNvPr id="12" name="Shape 7"/>
          <p:cNvSpPr/>
          <p:nvPr/>
        </p:nvSpPr>
        <p:spPr>
          <a:xfrm>
            <a:off x="4233672" y="2057400"/>
            <a:ext cx="1444752" cy="0"/>
          </a:xfrm>
          <a:prstGeom prst="line">
            <a:avLst/>
          </a:prstGeom>
          <a:noFill/>
          <a:ln w="15875">
            <a:solidFill>
              <a:srgbClr val="6B7280"/>
            </a:solidFill>
            <a:prstDash val="solid"/>
            <a:tailEnd type="triangle"/>
          </a:ln>
        </p:spPr>
      </p:sp>
      <p:pic>
        <p:nvPicPr>
          <p:cNvPr id="13" name="Image 2" descr="점검 프로젝트생성"/>
          <p:cNvPicPr>
            <a:picLocks noChangeAspect="1"/>
          </p:cNvPicPr>
          <p:nvPr/>
        </p:nvPicPr>
        <p:blipFill>
          <a:blip r:embed="rId5"/>
          <a:stretch>
            <a:fillRect/>
          </a:stretch>
        </p:blipFill>
        <p:spPr>
          <a:xfrm>
            <a:off x="5815584" y="1783080"/>
            <a:ext cx="548640" cy="548640"/>
          </a:xfrm>
          <a:prstGeom prst="rect">
            <a:avLst/>
          </a:prstGeom>
        </p:spPr>
      </p:pic>
      <p:sp>
        <p:nvSpPr>
          <p:cNvPr id="14" name="Text 8"/>
          <p:cNvSpPr/>
          <p:nvPr/>
        </p:nvSpPr>
        <p:spPr>
          <a:xfrm>
            <a:off x="5559552" y="1600200"/>
            <a:ext cx="301752" cy="301752"/>
          </a:xfrm>
          <a:prstGeom prst="ellipse">
            <a:avLst/>
          </a:prstGeom>
          <a:solidFill>
            <a:srgbClr val="B8562E"/>
          </a:solidFill>
          <a:ln/>
        </p:spPr>
        <p:txBody>
          <a:bodyPr wrap="square" lIns="0" tIns="0" rIns="0" bIns="0" rtlCol="0" anchor="ctr"/>
          <a:lstStyle/>
          <a:p>
            <a:pPr marL="0" indent="0" algn="ctr">
              <a:buNone/>
            </a:pPr>
            <a:r>
              <a:rPr lang="en-US" sz="1100" b="1" dirty="0">
                <a:solidFill>
                  <a:srgbClr val="FFFFFF"/>
                </a:solidFill>
                <a:latin typeface="맑은 고딕" pitchFamily="34" charset="0"/>
                <a:ea typeface="맑은 고딕" pitchFamily="34" charset="-122"/>
                <a:cs typeface="맑은 고딕" pitchFamily="34" charset="-120"/>
              </a:rPr>
              <a:t>3</a:t>
            </a:r>
            <a:endParaRPr lang="en-US" sz="1200" dirty="0"/>
          </a:p>
        </p:txBody>
      </p:sp>
      <p:sp>
        <p:nvSpPr>
          <p:cNvPr id="15" name="Text 9"/>
          <p:cNvSpPr txBox="1"/>
          <p:nvPr/>
        </p:nvSpPr>
        <p:spPr>
          <a:xfrm>
            <a:off x="5175504" y="2441448"/>
            <a:ext cx="1828800" cy="566928"/>
          </a:xfrm>
          <a:prstGeom prst="rect">
            <a:avLst/>
          </a:prstGeom>
          <a:noFill/>
          <a:ln/>
        </p:spPr>
        <p:txBody>
          <a:bodyPr wrap="square" lIns="0" tIns="0" rIns="0" bIns="0" rtlCol="0" anchor="t"/>
          <a:lstStyle/>
          <a:p>
            <a:pPr marL="0" indent="0" algn="ctr">
              <a:lnSpc>
                <a:spcPct val="105000"/>
              </a:lnSpc>
              <a:buNone/>
            </a:pPr>
            <a:r>
              <a:rPr lang="en-US" sz="1400" b="1" dirty="0">
                <a:solidFill>
                  <a:srgbClr val="1F2328"/>
                </a:solidFill>
                <a:latin typeface="맑은 고딕" pitchFamily="34" charset="0"/>
                <a:ea typeface="맑은 고딕" pitchFamily="34" charset="-122"/>
                <a:cs typeface="맑은 고딕" pitchFamily="34" charset="-120"/>
              </a:rPr>
              <a:t>점검 프로젝트</a:t>
            </a:r>
            <a:endParaRPr lang="en-US" sz="1400" dirty="0"/>
          </a:p>
          <a:p>
            <a:pPr marL="0" indent="0" algn="ctr">
              <a:lnSpc>
                <a:spcPct val="105000"/>
              </a:lnSpc>
              <a:buNone/>
            </a:pPr>
            <a:r>
              <a:rPr lang="en-US" sz="1400" b="1" dirty="0">
                <a:solidFill>
                  <a:srgbClr val="1F2328"/>
                </a:solidFill>
                <a:latin typeface="맑은 고딕" pitchFamily="34" charset="0"/>
                <a:ea typeface="맑은 고딕" pitchFamily="34" charset="-122"/>
                <a:cs typeface="맑은 고딕" pitchFamily="34" charset="-120"/>
              </a:rPr>
              <a:t>생성</a:t>
            </a:r>
            <a:endParaRPr lang="en-US" sz="1400" dirty="0"/>
          </a:p>
        </p:txBody>
      </p:sp>
      <p:sp>
        <p:nvSpPr>
          <p:cNvPr id="16" name="Shape 10"/>
          <p:cNvSpPr/>
          <p:nvPr/>
        </p:nvSpPr>
        <p:spPr>
          <a:xfrm>
            <a:off x="6501384" y="2057400"/>
            <a:ext cx="1444752" cy="0"/>
          </a:xfrm>
          <a:prstGeom prst="line">
            <a:avLst/>
          </a:prstGeom>
          <a:noFill/>
          <a:ln w="15875">
            <a:solidFill>
              <a:srgbClr val="6B7280"/>
            </a:solidFill>
            <a:prstDash val="solid"/>
            <a:tailEnd type="triangle"/>
          </a:ln>
        </p:spPr>
      </p:sp>
      <p:pic>
        <p:nvPicPr>
          <p:cNvPr id="17" name="Image 3" descr="사진 촬영·업로드"/>
          <p:cNvPicPr>
            <a:picLocks noChangeAspect="1"/>
          </p:cNvPicPr>
          <p:nvPr/>
        </p:nvPicPr>
        <p:blipFill>
          <a:blip r:embed="rId6"/>
          <a:stretch>
            <a:fillRect/>
          </a:stretch>
        </p:blipFill>
        <p:spPr>
          <a:xfrm>
            <a:off x="8083296" y="1783080"/>
            <a:ext cx="548640" cy="548640"/>
          </a:xfrm>
          <a:prstGeom prst="rect">
            <a:avLst/>
          </a:prstGeom>
        </p:spPr>
      </p:pic>
      <p:sp>
        <p:nvSpPr>
          <p:cNvPr id="18" name="Text 11"/>
          <p:cNvSpPr/>
          <p:nvPr/>
        </p:nvSpPr>
        <p:spPr>
          <a:xfrm>
            <a:off x="7827264" y="1600200"/>
            <a:ext cx="301752" cy="301752"/>
          </a:xfrm>
          <a:prstGeom prst="ellipse">
            <a:avLst/>
          </a:prstGeom>
          <a:solidFill>
            <a:srgbClr val="B8562E"/>
          </a:solidFill>
          <a:ln/>
        </p:spPr>
        <p:txBody>
          <a:bodyPr wrap="square" lIns="0" tIns="0" rIns="0" bIns="0" rtlCol="0" anchor="ctr"/>
          <a:lstStyle/>
          <a:p>
            <a:pPr marL="0" indent="0" algn="ctr">
              <a:buNone/>
            </a:pPr>
            <a:r>
              <a:rPr lang="en-US" sz="1100" b="1" dirty="0">
                <a:solidFill>
                  <a:srgbClr val="FFFFFF"/>
                </a:solidFill>
                <a:latin typeface="맑은 고딕" pitchFamily="34" charset="0"/>
                <a:ea typeface="맑은 고딕" pitchFamily="34" charset="-122"/>
                <a:cs typeface="맑은 고딕" pitchFamily="34" charset="-120"/>
              </a:rPr>
              <a:t>4</a:t>
            </a:r>
            <a:endParaRPr lang="en-US" sz="1200" dirty="0"/>
          </a:p>
        </p:txBody>
      </p:sp>
      <p:sp>
        <p:nvSpPr>
          <p:cNvPr id="19" name="Text 12"/>
          <p:cNvSpPr txBox="1"/>
          <p:nvPr/>
        </p:nvSpPr>
        <p:spPr>
          <a:xfrm>
            <a:off x="7443216" y="2441448"/>
            <a:ext cx="1828800" cy="566928"/>
          </a:xfrm>
          <a:prstGeom prst="rect">
            <a:avLst/>
          </a:prstGeom>
          <a:noFill/>
          <a:ln/>
        </p:spPr>
        <p:txBody>
          <a:bodyPr wrap="square" lIns="0" tIns="0" rIns="0" bIns="0" rtlCol="0" anchor="t"/>
          <a:lstStyle/>
          <a:p>
            <a:pPr marL="0" indent="0" algn="ctr">
              <a:lnSpc>
                <a:spcPct val="105000"/>
              </a:lnSpc>
              <a:buNone/>
            </a:pPr>
            <a:r>
              <a:rPr lang="en-US" sz="1400" b="1" dirty="0">
                <a:solidFill>
                  <a:srgbClr val="1F2328"/>
                </a:solidFill>
                <a:latin typeface="맑은 고딕" pitchFamily="34" charset="0"/>
                <a:ea typeface="맑은 고딕" pitchFamily="34" charset="-122"/>
                <a:cs typeface="맑은 고딕" pitchFamily="34" charset="-120"/>
              </a:rPr>
              <a:t>사진 촬영·</a:t>
            </a:r>
            <a:endParaRPr lang="en-US" sz="1400" dirty="0"/>
          </a:p>
          <a:p>
            <a:pPr marL="0" indent="0" algn="ctr">
              <a:lnSpc>
                <a:spcPct val="105000"/>
              </a:lnSpc>
              <a:buNone/>
            </a:pPr>
            <a:r>
              <a:rPr lang="en-US" sz="1400" b="1" dirty="0">
                <a:solidFill>
                  <a:srgbClr val="1F2328"/>
                </a:solidFill>
                <a:latin typeface="맑은 고딕" pitchFamily="34" charset="0"/>
                <a:ea typeface="맑은 고딕" pitchFamily="34" charset="-122"/>
                <a:cs typeface="맑은 고딕" pitchFamily="34" charset="-120"/>
              </a:rPr>
              <a:t>업로드</a:t>
            </a:r>
            <a:endParaRPr lang="en-US" sz="1400" dirty="0"/>
          </a:p>
        </p:txBody>
      </p:sp>
      <p:sp>
        <p:nvSpPr>
          <p:cNvPr id="20" name="Shape 13"/>
          <p:cNvSpPr/>
          <p:nvPr/>
        </p:nvSpPr>
        <p:spPr>
          <a:xfrm>
            <a:off x="8769096" y="2057400"/>
            <a:ext cx="1444752" cy="0"/>
          </a:xfrm>
          <a:prstGeom prst="line">
            <a:avLst/>
          </a:prstGeom>
          <a:noFill/>
          <a:ln w="15875">
            <a:solidFill>
              <a:srgbClr val="6B7280"/>
            </a:solidFill>
            <a:prstDash val="solid"/>
            <a:tailEnd type="triangle"/>
          </a:ln>
        </p:spPr>
      </p:sp>
      <p:pic>
        <p:nvPicPr>
          <p:cNvPr id="21" name="Image 4" descr="AI 균열 분석"/>
          <p:cNvPicPr>
            <a:picLocks noChangeAspect="1"/>
          </p:cNvPicPr>
          <p:nvPr/>
        </p:nvPicPr>
        <p:blipFill>
          <a:blip r:embed="rId7"/>
          <a:stretch>
            <a:fillRect/>
          </a:stretch>
        </p:blipFill>
        <p:spPr>
          <a:xfrm>
            <a:off x="10351008" y="1783080"/>
            <a:ext cx="548640" cy="548640"/>
          </a:xfrm>
          <a:prstGeom prst="rect">
            <a:avLst/>
          </a:prstGeom>
        </p:spPr>
      </p:pic>
      <p:sp>
        <p:nvSpPr>
          <p:cNvPr id="22" name="Text 14"/>
          <p:cNvSpPr/>
          <p:nvPr/>
        </p:nvSpPr>
        <p:spPr>
          <a:xfrm>
            <a:off x="10094976" y="1600200"/>
            <a:ext cx="301752" cy="301752"/>
          </a:xfrm>
          <a:prstGeom prst="ellipse">
            <a:avLst/>
          </a:prstGeom>
          <a:solidFill>
            <a:srgbClr val="B8562E"/>
          </a:solidFill>
          <a:ln/>
        </p:spPr>
        <p:txBody>
          <a:bodyPr wrap="square" lIns="0" tIns="0" rIns="0" bIns="0" rtlCol="0" anchor="ctr"/>
          <a:lstStyle/>
          <a:p>
            <a:pPr marL="0" indent="0" algn="ctr">
              <a:buNone/>
            </a:pPr>
            <a:r>
              <a:rPr lang="en-US" sz="1100" b="1" dirty="0">
                <a:solidFill>
                  <a:srgbClr val="FFFFFF"/>
                </a:solidFill>
                <a:latin typeface="맑은 고딕" pitchFamily="34" charset="0"/>
                <a:ea typeface="맑은 고딕" pitchFamily="34" charset="-122"/>
                <a:cs typeface="맑은 고딕" pitchFamily="34" charset="-120"/>
              </a:rPr>
              <a:t>5</a:t>
            </a:r>
            <a:endParaRPr lang="en-US" sz="1200" dirty="0"/>
          </a:p>
        </p:txBody>
      </p:sp>
      <p:sp>
        <p:nvSpPr>
          <p:cNvPr id="23" name="Text 15"/>
          <p:cNvSpPr txBox="1"/>
          <p:nvPr/>
        </p:nvSpPr>
        <p:spPr>
          <a:xfrm>
            <a:off x="9710928" y="2441448"/>
            <a:ext cx="1828800" cy="566928"/>
          </a:xfrm>
          <a:prstGeom prst="rect">
            <a:avLst/>
          </a:prstGeom>
          <a:noFill/>
          <a:ln/>
        </p:spPr>
        <p:txBody>
          <a:bodyPr wrap="square" lIns="0" tIns="0" rIns="0" bIns="0" rtlCol="0" anchor="t"/>
          <a:lstStyle/>
          <a:p>
            <a:pPr marL="0" indent="0" algn="ctr">
              <a:lnSpc>
                <a:spcPct val="105000"/>
              </a:lnSpc>
              <a:buNone/>
            </a:pPr>
            <a:r>
              <a:rPr lang="en-US" sz="1400" b="1" dirty="0">
                <a:solidFill>
                  <a:srgbClr val="1F2328"/>
                </a:solidFill>
                <a:latin typeface="맑은 고딕" pitchFamily="34" charset="0"/>
                <a:ea typeface="맑은 고딕" pitchFamily="34" charset="-122"/>
                <a:cs typeface="맑은 고딕" pitchFamily="34" charset="-120"/>
              </a:rPr>
              <a:t>AI 균열 분석</a:t>
            </a:r>
            <a:endParaRPr lang="en-US" sz="1400" dirty="0"/>
          </a:p>
        </p:txBody>
      </p:sp>
      <p:pic>
        <p:nvPicPr>
          <p:cNvPr id="24" name="Image 5" descr="탐지 결과확인"/>
          <p:cNvPicPr>
            <a:picLocks noChangeAspect="1"/>
          </p:cNvPicPr>
          <p:nvPr/>
        </p:nvPicPr>
        <p:blipFill>
          <a:blip r:embed="rId8"/>
          <a:stretch>
            <a:fillRect/>
          </a:stretch>
        </p:blipFill>
        <p:spPr>
          <a:xfrm>
            <a:off x="10351008" y="3474720"/>
            <a:ext cx="548640" cy="548640"/>
          </a:xfrm>
          <a:prstGeom prst="rect">
            <a:avLst/>
          </a:prstGeom>
        </p:spPr>
      </p:pic>
      <p:sp>
        <p:nvSpPr>
          <p:cNvPr id="25" name="Text 16"/>
          <p:cNvSpPr/>
          <p:nvPr/>
        </p:nvSpPr>
        <p:spPr>
          <a:xfrm>
            <a:off x="10094976" y="3291840"/>
            <a:ext cx="301752" cy="301752"/>
          </a:xfrm>
          <a:prstGeom prst="ellipse">
            <a:avLst/>
          </a:prstGeom>
          <a:solidFill>
            <a:srgbClr val="B8562E"/>
          </a:solidFill>
          <a:ln/>
        </p:spPr>
        <p:txBody>
          <a:bodyPr wrap="square" lIns="0" tIns="0" rIns="0" bIns="0" rtlCol="0" anchor="ctr"/>
          <a:lstStyle/>
          <a:p>
            <a:pPr marL="0" indent="0" algn="ctr">
              <a:buNone/>
            </a:pPr>
            <a:r>
              <a:rPr lang="en-US" sz="1100" b="1" dirty="0">
                <a:solidFill>
                  <a:srgbClr val="FFFFFF"/>
                </a:solidFill>
                <a:latin typeface="맑은 고딕" pitchFamily="34" charset="0"/>
                <a:ea typeface="맑은 고딕" pitchFamily="34" charset="-122"/>
                <a:cs typeface="맑은 고딕" pitchFamily="34" charset="-120"/>
              </a:rPr>
              <a:t>6</a:t>
            </a:r>
            <a:endParaRPr lang="en-US" sz="1200" dirty="0"/>
          </a:p>
        </p:txBody>
      </p:sp>
      <p:sp>
        <p:nvSpPr>
          <p:cNvPr id="26" name="Text 17"/>
          <p:cNvSpPr txBox="1"/>
          <p:nvPr/>
        </p:nvSpPr>
        <p:spPr>
          <a:xfrm>
            <a:off x="9710928" y="4133088"/>
            <a:ext cx="1828800" cy="566928"/>
          </a:xfrm>
          <a:prstGeom prst="rect">
            <a:avLst/>
          </a:prstGeom>
          <a:noFill/>
          <a:ln/>
        </p:spPr>
        <p:txBody>
          <a:bodyPr wrap="square" lIns="0" tIns="0" rIns="0" bIns="0" rtlCol="0" anchor="t"/>
          <a:lstStyle/>
          <a:p>
            <a:pPr marL="0" indent="0" algn="ctr">
              <a:lnSpc>
                <a:spcPct val="105000"/>
              </a:lnSpc>
              <a:buNone/>
            </a:pPr>
            <a:r>
              <a:rPr lang="en-US" sz="1400" b="1" dirty="0">
                <a:solidFill>
                  <a:srgbClr val="1F2328"/>
                </a:solidFill>
                <a:latin typeface="맑은 고딕" pitchFamily="34" charset="0"/>
                <a:ea typeface="맑은 고딕" pitchFamily="34" charset="-122"/>
                <a:cs typeface="맑은 고딕" pitchFamily="34" charset="-120"/>
              </a:rPr>
              <a:t>탐지 결과</a:t>
            </a:r>
            <a:endParaRPr lang="en-US" sz="1400" dirty="0"/>
          </a:p>
          <a:p>
            <a:pPr marL="0" indent="0" algn="ctr">
              <a:lnSpc>
                <a:spcPct val="105000"/>
              </a:lnSpc>
              <a:buNone/>
            </a:pPr>
            <a:r>
              <a:rPr lang="en-US" sz="1400" b="1" dirty="0">
                <a:solidFill>
                  <a:srgbClr val="1F2328"/>
                </a:solidFill>
                <a:latin typeface="맑은 고딕" pitchFamily="34" charset="0"/>
                <a:ea typeface="맑은 고딕" pitchFamily="34" charset="-122"/>
                <a:cs typeface="맑은 고딕" pitchFamily="34" charset="-120"/>
              </a:rPr>
              <a:t>확인</a:t>
            </a:r>
            <a:endParaRPr lang="en-US" sz="1400" dirty="0"/>
          </a:p>
        </p:txBody>
      </p:sp>
      <p:sp>
        <p:nvSpPr>
          <p:cNvPr id="27" name="Shape 18"/>
          <p:cNvSpPr/>
          <p:nvPr/>
        </p:nvSpPr>
        <p:spPr>
          <a:xfrm>
            <a:off x="1965960" y="3749040"/>
            <a:ext cx="1444752" cy="0"/>
          </a:xfrm>
          <a:prstGeom prst="line">
            <a:avLst/>
          </a:prstGeom>
          <a:noFill/>
          <a:ln w="15875">
            <a:solidFill>
              <a:srgbClr val="6B7280"/>
            </a:solidFill>
            <a:prstDash val="solid"/>
            <a:headEnd type="triangle"/>
          </a:ln>
        </p:spPr>
      </p:sp>
      <p:pic>
        <p:nvPicPr>
          <p:cNvPr id="28" name="Image 6" descr="안전등급확인"/>
          <p:cNvPicPr>
            <a:picLocks noChangeAspect="1"/>
          </p:cNvPicPr>
          <p:nvPr/>
        </p:nvPicPr>
        <p:blipFill>
          <a:blip r:embed="rId9"/>
          <a:stretch>
            <a:fillRect/>
          </a:stretch>
        </p:blipFill>
        <p:spPr>
          <a:xfrm>
            <a:off x="8083296" y="3474720"/>
            <a:ext cx="548640" cy="548640"/>
          </a:xfrm>
          <a:prstGeom prst="rect">
            <a:avLst/>
          </a:prstGeom>
        </p:spPr>
      </p:pic>
      <p:sp>
        <p:nvSpPr>
          <p:cNvPr id="29" name="Text 19"/>
          <p:cNvSpPr/>
          <p:nvPr/>
        </p:nvSpPr>
        <p:spPr>
          <a:xfrm>
            <a:off x="7827264" y="3291840"/>
            <a:ext cx="301752" cy="301752"/>
          </a:xfrm>
          <a:prstGeom prst="ellipse">
            <a:avLst/>
          </a:prstGeom>
          <a:solidFill>
            <a:srgbClr val="B8562E"/>
          </a:solidFill>
          <a:ln/>
        </p:spPr>
        <p:txBody>
          <a:bodyPr wrap="square" lIns="0" tIns="0" rIns="0" bIns="0" rtlCol="0" anchor="ctr"/>
          <a:lstStyle/>
          <a:p>
            <a:pPr marL="0" indent="0" algn="ctr">
              <a:buNone/>
            </a:pPr>
            <a:r>
              <a:rPr lang="en-US" sz="1100" b="1" dirty="0">
                <a:solidFill>
                  <a:srgbClr val="FFFFFF"/>
                </a:solidFill>
                <a:latin typeface="맑은 고딕" pitchFamily="34" charset="0"/>
                <a:ea typeface="맑은 고딕" pitchFamily="34" charset="-122"/>
                <a:cs typeface="맑은 고딕" pitchFamily="34" charset="-120"/>
              </a:rPr>
              <a:t>7</a:t>
            </a:r>
            <a:endParaRPr lang="en-US" sz="1200" dirty="0"/>
          </a:p>
        </p:txBody>
      </p:sp>
      <p:sp>
        <p:nvSpPr>
          <p:cNvPr id="30" name="Text 20"/>
          <p:cNvSpPr txBox="1"/>
          <p:nvPr/>
        </p:nvSpPr>
        <p:spPr>
          <a:xfrm>
            <a:off x="7443216" y="4133088"/>
            <a:ext cx="1828800" cy="566928"/>
          </a:xfrm>
          <a:prstGeom prst="rect">
            <a:avLst/>
          </a:prstGeom>
          <a:noFill/>
          <a:ln/>
        </p:spPr>
        <p:txBody>
          <a:bodyPr wrap="square" lIns="0" tIns="0" rIns="0" bIns="0" rtlCol="0" anchor="t"/>
          <a:lstStyle/>
          <a:p>
            <a:pPr marL="0" indent="0" algn="ctr">
              <a:lnSpc>
                <a:spcPct val="105000"/>
              </a:lnSpc>
              <a:buNone/>
            </a:pPr>
            <a:r>
              <a:rPr lang="en-US" sz="1400" b="1" dirty="0">
                <a:solidFill>
                  <a:srgbClr val="1F2328"/>
                </a:solidFill>
                <a:latin typeface="맑은 고딕" pitchFamily="34" charset="0"/>
                <a:ea typeface="맑은 고딕" pitchFamily="34" charset="-122"/>
                <a:cs typeface="맑은 고딕" pitchFamily="34" charset="-120"/>
              </a:rPr>
              <a:t>안전등급</a:t>
            </a:r>
            <a:endParaRPr lang="en-US" sz="1400" dirty="0"/>
          </a:p>
          <a:p>
            <a:pPr marL="0" indent="0" algn="ctr">
              <a:lnSpc>
                <a:spcPct val="105000"/>
              </a:lnSpc>
              <a:buNone/>
            </a:pPr>
            <a:r>
              <a:rPr lang="en-US" sz="1400" b="1" dirty="0">
                <a:solidFill>
                  <a:srgbClr val="1F2328"/>
                </a:solidFill>
                <a:latin typeface="맑은 고딕" pitchFamily="34" charset="0"/>
                <a:ea typeface="맑은 고딕" pitchFamily="34" charset="-122"/>
                <a:cs typeface="맑은 고딕" pitchFamily="34" charset="-120"/>
              </a:rPr>
              <a:t>확인</a:t>
            </a:r>
            <a:endParaRPr lang="en-US" sz="1400" dirty="0"/>
          </a:p>
        </p:txBody>
      </p:sp>
      <p:sp>
        <p:nvSpPr>
          <p:cNvPr id="31" name="Shape 21"/>
          <p:cNvSpPr/>
          <p:nvPr/>
        </p:nvSpPr>
        <p:spPr>
          <a:xfrm>
            <a:off x="4233672" y="3749040"/>
            <a:ext cx="1444752" cy="0"/>
          </a:xfrm>
          <a:prstGeom prst="line">
            <a:avLst/>
          </a:prstGeom>
          <a:noFill/>
          <a:ln w="15875">
            <a:solidFill>
              <a:srgbClr val="6B7280"/>
            </a:solidFill>
            <a:prstDash val="solid"/>
            <a:headEnd type="triangle"/>
          </a:ln>
        </p:spPr>
      </p:sp>
      <p:pic>
        <p:nvPicPr>
          <p:cNvPr id="32" name="Image 7" descr="보고서 생성"/>
          <p:cNvPicPr>
            <a:picLocks noChangeAspect="1"/>
          </p:cNvPicPr>
          <p:nvPr/>
        </p:nvPicPr>
        <p:blipFill>
          <a:blip r:embed="rId10"/>
          <a:stretch>
            <a:fillRect/>
          </a:stretch>
        </p:blipFill>
        <p:spPr>
          <a:xfrm>
            <a:off x="5815584" y="3474720"/>
            <a:ext cx="548640" cy="548640"/>
          </a:xfrm>
          <a:prstGeom prst="rect">
            <a:avLst/>
          </a:prstGeom>
        </p:spPr>
      </p:pic>
      <p:sp>
        <p:nvSpPr>
          <p:cNvPr id="33" name="Text 22"/>
          <p:cNvSpPr/>
          <p:nvPr/>
        </p:nvSpPr>
        <p:spPr>
          <a:xfrm>
            <a:off x="5559552" y="3291840"/>
            <a:ext cx="301752" cy="301752"/>
          </a:xfrm>
          <a:prstGeom prst="ellipse">
            <a:avLst/>
          </a:prstGeom>
          <a:solidFill>
            <a:srgbClr val="B8562E"/>
          </a:solidFill>
          <a:ln/>
        </p:spPr>
        <p:txBody>
          <a:bodyPr wrap="square" lIns="0" tIns="0" rIns="0" bIns="0" rtlCol="0" anchor="ctr"/>
          <a:lstStyle/>
          <a:p>
            <a:pPr marL="0" indent="0" algn="ctr">
              <a:buNone/>
            </a:pPr>
            <a:r>
              <a:rPr lang="en-US" sz="1100" b="1" dirty="0">
                <a:solidFill>
                  <a:srgbClr val="FFFFFF"/>
                </a:solidFill>
                <a:latin typeface="맑은 고딕" pitchFamily="34" charset="0"/>
                <a:ea typeface="맑은 고딕" pitchFamily="34" charset="-122"/>
                <a:cs typeface="맑은 고딕" pitchFamily="34" charset="-120"/>
              </a:rPr>
              <a:t>8</a:t>
            </a:r>
            <a:endParaRPr lang="en-US" sz="1200" dirty="0"/>
          </a:p>
        </p:txBody>
      </p:sp>
      <p:sp>
        <p:nvSpPr>
          <p:cNvPr id="34" name="Text 23"/>
          <p:cNvSpPr txBox="1"/>
          <p:nvPr/>
        </p:nvSpPr>
        <p:spPr>
          <a:xfrm>
            <a:off x="5175504" y="4133088"/>
            <a:ext cx="1828800" cy="566928"/>
          </a:xfrm>
          <a:prstGeom prst="rect">
            <a:avLst/>
          </a:prstGeom>
          <a:noFill/>
          <a:ln/>
        </p:spPr>
        <p:txBody>
          <a:bodyPr wrap="square" lIns="0" tIns="0" rIns="0" bIns="0" rtlCol="0" anchor="t"/>
          <a:lstStyle/>
          <a:p>
            <a:pPr marL="0" indent="0" algn="ctr">
              <a:lnSpc>
                <a:spcPct val="105000"/>
              </a:lnSpc>
              <a:buNone/>
            </a:pPr>
            <a:r>
              <a:rPr lang="en-US" sz="1400" b="1" dirty="0">
                <a:solidFill>
                  <a:srgbClr val="1F2328"/>
                </a:solidFill>
                <a:latin typeface="맑은 고딕" pitchFamily="34" charset="0"/>
                <a:ea typeface="맑은 고딕" pitchFamily="34" charset="-122"/>
                <a:cs typeface="맑은 고딕" pitchFamily="34" charset="-120"/>
              </a:rPr>
              <a:t>보고서 생성</a:t>
            </a:r>
            <a:endParaRPr lang="en-US" sz="1400" dirty="0"/>
          </a:p>
        </p:txBody>
      </p:sp>
      <p:sp>
        <p:nvSpPr>
          <p:cNvPr id="35" name="Shape 24"/>
          <p:cNvSpPr/>
          <p:nvPr/>
        </p:nvSpPr>
        <p:spPr>
          <a:xfrm>
            <a:off x="6501384" y="3749040"/>
            <a:ext cx="1444752" cy="0"/>
          </a:xfrm>
          <a:prstGeom prst="line">
            <a:avLst/>
          </a:prstGeom>
          <a:noFill/>
          <a:ln w="15875">
            <a:solidFill>
              <a:srgbClr val="6B7280"/>
            </a:solidFill>
            <a:prstDash val="solid"/>
            <a:headEnd type="triangle"/>
          </a:ln>
        </p:spPr>
      </p:sp>
      <p:pic>
        <p:nvPicPr>
          <p:cNvPr id="36" name="Image 8" descr="프로젝트완료"/>
          <p:cNvPicPr>
            <a:picLocks noChangeAspect="1"/>
          </p:cNvPicPr>
          <p:nvPr/>
        </p:nvPicPr>
        <p:blipFill>
          <a:blip r:embed="rId11"/>
          <a:stretch>
            <a:fillRect/>
          </a:stretch>
        </p:blipFill>
        <p:spPr>
          <a:xfrm>
            <a:off x="3547872" y="3474720"/>
            <a:ext cx="548640" cy="548640"/>
          </a:xfrm>
          <a:prstGeom prst="rect">
            <a:avLst/>
          </a:prstGeom>
        </p:spPr>
      </p:pic>
      <p:sp>
        <p:nvSpPr>
          <p:cNvPr id="37" name="Text 25"/>
          <p:cNvSpPr/>
          <p:nvPr/>
        </p:nvSpPr>
        <p:spPr>
          <a:xfrm>
            <a:off x="3291840" y="3291840"/>
            <a:ext cx="301752" cy="301752"/>
          </a:xfrm>
          <a:prstGeom prst="ellipse">
            <a:avLst/>
          </a:prstGeom>
          <a:solidFill>
            <a:srgbClr val="B8562E"/>
          </a:solidFill>
          <a:ln/>
        </p:spPr>
        <p:txBody>
          <a:bodyPr wrap="square" lIns="0" tIns="0" rIns="0" bIns="0" rtlCol="0" anchor="ctr"/>
          <a:lstStyle/>
          <a:p>
            <a:pPr marL="0" indent="0" algn="ctr">
              <a:buNone/>
            </a:pPr>
            <a:r>
              <a:rPr lang="en-US" sz="1100" b="1" dirty="0">
                <a:solidFill>
                  <a:srgbClr val="FFFFFF"/>
                </a:solidFill>
                <a:latin typeface="맑은 고딕" pitchFamily="34" charset="0"/>
                <a:ea typeface="맑은 고딕" pitchFamily="34" charset="-122"/>
                <a:cs typeface="맑은 고딕" pitchFamily="34" charset="-120"/>
              </a:rPr>
              <a:t>9</a:t>
            </a:r>
            <a:endParaRPr lang="en-US" sz="1200" dirty="0"/>
          </a:p>
        </p:txBody>
      </p:sp>
      <p:sp>
        <p:nvSpPr>
          <p:cNvPr id="38" name="Text 26"/>
          <p:cNvSpPr txBox="1"/>
          <p:nvPr/>
        </p:nvSpPr>
        <p:spPr>
          <a:xfrm>
            <a:off x="2907792" y="4133088"/>
            <a:ext cx="1828800" cy="566928"/>
          </a:xfrm>
          <a:prstGeom prst="rect">
            <a:avLst/>
          </a:prstGeom>
          <a:noFill/>
          <a:ln/>
        </p:spPr>
        <p:txBody>
          <a:bodyPr wrap="square" lIns="0" tIns="0" rIns="0" bIns="0" rtlCol="0" anchor="t"/>
          <a:lstStyle/>
          <a:p>
            <a:pPr marL="0" indent="0" algn="ctr">
              <a:lnSpc>
                <a:spcPct val="105000"/>
              </a:lnSpc>
              <a:buNone/>
            </a:pPr>
            <a:r>
              <a:rPr lang="en-US" sz="1400" b="1" dirty="0">
                <a:solidFill>
                  <a:srgbClr val="1F2328"/>
                </a:solidFill>
                <a:latin typeface="맑은 고딕" pitchFamily="34" charset="0"/>
                <a:ea typeface="맑은 고딕" pitchFamily="34" charset="-122"/>
                <a:cs typeface="맑은 고딕" pitchFamily="34" charset="-120"/>
              </a:rPr>
              <a:t>프로젝트</a:t>
            </a:r>
            <a:endParaRPr lang="en-US" sz="1400" dirty="0"/>
          </a:p>
          <a:p>
            <a:pPr marL="0" indent="0" algn="ctr">
              <a:lnSpc>
                <a:spcPct val="105000"/>
              </a:lnSpc>
              <a:buNone/>
            </a:pPr>
            <a:r>
              <a:rPr lang="en-US" sz="1400" b="1" dirty="0">
                <a:solidFill>
                  <a:srgbClr val="1F2328"/>
                </a:solidFill>
                <a:latin typeface="맑은 고딕" pitchFamily="34" charset="0"/>
                <a:ea typeface="맑은 고딕" pitchFamily="34" charset="-122"/>
                <a:cs typeface="맑은 고딕" pitchFamily="34" charset="-120"/>
              </a:rPr>
              <a:t>완료</a:t>
            </a:r>
            <a:endParaRPr lang="en-US" sz="1400" dirty="0"/>
          </a:p>
        </p:txBody>
      </p:sp>
      <p:sp>
        <p:nvSpPr>
          <p:cNvPr id="39" name="Shape 27"/>
          <p:cNvSpPr/>
          <p:nvPr/>
        </p:nvSpPr>
        <p:spPr>
          <a:xfrm>
            <a:off x="8769096" y="3749040"/>
            <a:ext cx="1444752" cy="0"/>
          </a:xfrm>
          <a:prstGeom prst="line">
            <a:avLst/>
          </a:prstGeom>
          <a:noFill/>
          <a:ln w="15875">
            <a:solidFill>
              <a:srgbClr val="6B7280"/>
            </a:solidFill>
            <a:prstDash val="solid"/>
            <a:headEnd type="triangle"/>
          </a:ln>
        </p:spPr>
      </p:sp>
      <p:pic>
        <p:nvPicPr>
          <p:cNvPr id="40" name="Image 9" descr="로그아웃"/>
          <p:cNvPicPr>
            <a:picLocks noChangeAspect="1"/>
          </p:cNvPicPr>
          <p:nvPr/>
        </p:nvPicPr>
        <p:blipFill>
          <a:blip r:embed="rId12"/>
          <a:stretch>
            <a:fillRect/>
          </a:stretch>
        </p:blipFill>
        <p:spPr>
          <a:xfrm>
            <a:off x="1280160" y="3474720"/>
            <a:ext cx="548640" cy="548640"/>
          </a:xfrm>
          <a:prstGeom prst="rect">
            <a:avLst/>
          </a:prstGeom>
        </p:spPr>
      </p:pic>
      <p:sp>
        <p:nvSpPr>
          <p:cNvPr id="41" name="Text 28"/>
          <p:cNvSpPr/>
          <p:nvPr/>
        </p:nvSpPr>
        <p:spPr>
          <a:xfrm>
            <a:off x="1024128" y="3291840"/>
            <a:ext cx="301752" cy="301752"/>
          </a:xfrm>
          <a:prstGeom prst="ellipse">
            <a:avLst/>
          </a:prstGeom>
          <a:solidFill>
            <a:srgbClr val="B8562E"/>
          </a:solidFill>
          <a:ln/>
        </p:spPr>
        <p:txBody>
          <a:bodyPr wrap="square" lIns="0" tIns="0" rIns="0" bIns="0" rtlCol="0" anchor="ctr"/>
          <a:lstStyle/>
          <a:p>
            <a:pPr marL="0" indent="0" algn="ctr">
              <a:buNone/>
            </a:pPr>
            <a:r>
              <a:rPr lang="en-US" sz="1100" b="1" dirty="0">
                <a:solidFill>
                  <a:srgbClr val="FFFFFF"/>
                </a:solidFill>
                <a:latin typeface="맑은 고딕" pitchFamily="34" charset="0"/>
                <a:ea typeface="맑은 고딕" pitchFamily="34" charset="-122"/>
                <a:cs typeface="맑은 고딕" pitchFamily="34" charset="-120"/>
              </a:rPr>
              <a:t>10</a:t>
            </a:r>
            <a:endParaRPr lang="en-US" sz="1200" dirty="0"/>
          </a:p>
        </p:txBody>
      </p:sp>
      <p:sp>
        <p:nvSpPr>
          <p:cNvPr id="42" name="Text 29"/>
          <p:cNvSpPr txBox="1"/>
          <p:nvPr/>
        </p:nvSpPr>
        <p:spPr>
          <a:xfrm>
            <a:off x="640080" y="4133088"/>
            <a:ext cx="1828800" cy="566928"/>
          </a:xfrm>
          <a:prstGeom prst="rect">
            <a:avLst/>
          </a:prstGeom>
          <a:noFill/>
          <a:ln/>
        </p:spPr>
        <p:txBody>
          <a:bodyPr wrap="square" lIns="0" tIns="0" rIns="0" bIns="0" rtlCol="0" anchor="t"/>
          <a:lstStyle/>
          <a:p>
            <a:pPr marL="0" indent="0" algn="ctr">
              <a:lnSpc>
                <a:spcPct val="105000"/>
              </a:lnSpc>
              <a:buNone/>
            </a:pPr>
            <a:r>
              <a:rPr lang="en-US" sz="1400" b="1" dirty="0">
                <a:solidFill>
                  <a:srgbClr val="1F2328"/>
                </a:solidFill>
                <a:latin typeface="맑은 고딕" pitchFamily="34" charset="0"/>
                <a:ea typeface="맑은 고딕" pitchFamily="34" charset="-122"/>
                <a:cs typeface="맑은 고딕" pitchFamily="34" charset="-120"/>
              </a:rPr>
              <a:t>로그아웃</a:t>
            </a:r>
            <a:endParaRPr lang="en-US" sz="1400" dirty="0"/>
          </a:p>
        </p:txBody>
      </p:sp>
      <p:sp>
        <p:nvSpPr>
          <p:cNvPr id="900" name="Shape 41"/>
          <p:cNvSpPr/>
          <p:nvPr/>
        </p:nvSpPr>
        <p:spPr>
          <a:xfrm>
            <a:off x="10625328" y="2743200"/>
            <a:ext cx="0" cy="530352"/>
          </a:xfrm>
          <a:prstGeom prst="line">
            <a:avLst/>
          </a:prstGeom>
          <a:noFill/>
          <a:ln w="15875">
            <a:solidFill>
              <a:srgbClr val="6B7280"/>
            </a:solidFill>
            <a:prstDash val="solid"/>
            <a:tailEnd type="triangle"/>
          </a:ln>
        </p:spPr>
      </p:sp>
      <p:sp>
        <p:nvSpPr>
          <p:cNvPr id="43" name="Text 30"/>
          <p:cNvSpPr txBox="1"/>
          <p:nvPr/>
        </p:nvSpPr>
        <p:spPr>
          <a:xfrm>
            <a:off x="640080" y="4937760"/>
            <a:ext cx="7315200" cy="274320"/>
          </a:xfrm>
          <a:prstGeom prst="rect">
            <a:avLst/>
          </a:prstGeom>
          <a:noFill/>
          <a:ln/>
        </p:spPr>
        <p:txBody>
          <a:bodyPr wrap="square" lIns="0" tIns="0" rIns="0" bIns="0" rtlCol="0" anchor="t"/>
          <a:lstStyle/>
          <a:p>
            <a:pPr marL="0" indent="0" algn="l">
              <a:lnSpc>
                <a:spcPct val="115000"/>
              </a:lnSpc>
              <a:buNone/>
            </a:pPr>
            <a:r>
              <a:rPr lang="en-US" sz="1400" b="1" dirty="0">
                <a:solidFill>
                  <a:srgbClr val="B8562E"/>
                </a:solidFill>
                <a:latin typeface="맑은 고딕" pitchFamily="34" charset="0"/>
                <a:ea typeface="맑은 고딕" pitchFamily="34" charset="-122"/>
                <a:cs typeface="맑은 고딕" pitchFamily="34" charset="-120"/>
              </a:rPr>
              <a:t>화면 설계서 기준 예외 처리 규칙</a:t>
            </a:r>
            <a:endParaRPr lang="en-US" sz="1400" dirty="0"/>
          </a:p>
        </p:txBody>
      </p:sp>
      <p:sp>
        <p:nvSpPr>
          <p:cNvPr id="44" name="Shape 31"/>
          <p:cNvSpPr/>
          <p:nvPr/>
        </p:nvSpPr>
        <p:spPr>
          <a:xfrm>
            <a:off x="658368" y="5380215"/>
            <a:ext cx="68580" cy="68580"/>
          </a:xfrm>
          <a:prstGeom prst="ellipse">
            <a:avLst/>
          </a:prstGeom>
          <a:solidFill>
            <a:srgbClr val="4B5563"/>
          </a:solidFill>
          <a:ln/>
        </p:spPr>
      </p:sp>
      <p:sp>
        <p:nvSpPr>
          <p:cNvPr id="45" name="Text 32"/>
          <p:cNvSpPr txBox="1"/>
          <p:nvPr/>
        </p:nvSpPr>
        <p:spPr>
          <a:xfrm>
            <a:off x="868680" y="5285232"/>
            <a:ext cx="5120640" cy="275920"/>
          </a:xfrm>
          <a:prstGeom prst="rect">
            <a:avLst/>
          </a:prstGeom>
          <a:noFill/>
          <a:ln/>
        </p:spPr>
        <p:txBody>
          <a:bodyPr wrap="square" lIns="0" tIns="0" rIns="0" bIns="0" rtlCol="0" anchor="t"/>
          <a:lstStyle/>
          <a:p>
            <a:pPr marL="0" indent="0">
              <a:lnSpc>
                <a:spcPct val="105000"/>
              </a:lnSpc>
              <a:buNone/>
            </a:pPr>
            <a:r>
              <a:rPr lang="en-US" sz="1400" dirty="0">
                <a:solidFill>
                  <a:srgbClr val="2B2F34"/>
                </a:solidFill>
                <a:latin typeface="맑은 고딕" pitchFamily="34" charset="0"/>
                <a:ea typeface="맑은 고딕" pitchFamily="34" charset="-122"/>
                <a:cs typeface="맑은 고딕" pitchFamily="34" charset="-120"/>
              </a:rPr>
              <a:t>로그인 5회 연속 실패 시 10분간 계정 잠금</a:t>
            </a:r>
            <a:endParaRPr lang="en-US" sz="1400" dirty="0"/>
          </a:p>
        </p:txBody>
      </p:sp>
      <p:sp>
        <p:nvSpPr>
          <p:cNvPr id="46" name="Shape 33"/>
          <p:cNvSpPr/>
          <p:nvPr/>
        </p:nvSpPr>
        <p:spPr>
          <a:xfrm>
            <a:off x="658368" y="5688648"/>
            <a:ext cx="68580" cy="68580"/>
          </a:xfrm>
          <a:prstGeom prst="ellipse">
            <a:avLst/>
          </a:prstGeom>
          <a:solidFill>
            <a:srgbClr val="4B5563"/>
          </a:solidFill>
          <a:ln/>
        </p:spPr>
      </p:sp>
      <p:sp>
        <p:nvSpPr>
          <p:cNvPr id="47" name="Text 34"/>
          <p:cNvSpPr txBox="1"/>
          <p:nvPr/>
        </p:nvSpPr>
        <p:spPr>
          <a:xfrm>
            <a:off x="868680" y="5593664"/>
            <a:ext cx="5120640" cy="275920"/>
          </a:xfrm>
          <a:prstGeom prst="rect">
            <a:avLst/>
          </a:prstGeom>
          <a:noFill/>
          <a:ln/>
        </p:spPr>
        <p:txBody>
          <a:bodyPr wrap="square" lIns="0" tIns="0" rIns="0" bIns="0" rtlCol="0" anchor="t"/>
          <a:lstStyle/>
          <a:p>
            <a:pPr marL="0" indent="0">
              <a:lnSpc>
                <a:spcPct val="105000"/>
              </a:lnSpc>
              <a:buNone/>
            </a:pPr>
            <a:r>
              <a:rPr lang="en-US" sz="1400" dirty="0">
                <a:solidFill>
                  <a:srgbClr val="2B2F34"/>
                </a:solidFill>
                <a:latin typeface="맑은 고딕" pitchFamily="34" charset="0"/>
                <a:ea typeface="맑은 고딕" pitchFamily="34" charset="-122"/>
                <a:cs typeface="맑은 고딕" pitchFamily="34" charset="-120"/>
              </a:rPr>
              <a:t>AI 분석 목표 10초, 화질 낮으면 재촬영 안내</a:t>
            </a:r>
            <a:endParaRPr lang="en-US" sz="1400" dirty="0"/>
          </a:p>
        </p:txBody>
      </p:sp>
      <p:sp>
        <p:nvSpPr>
          <p:cNvPr id="48" name="Shape 35"/>
          <p:cNvSpPr/>
          <p:nvPr/>
        </p:nvSpPr>
        <p:spPr>
          <a:xfrm>
            <a:off x="658368" y="5997080"/>
            <a:ext cx="68580" cy="68580"/>
          </a:xfrm>
          <a:prstGeom prst="ellipse">
            <a:avLst/>
          </a:prstGeom>
          <a:solidFill>
            <a:srgbClr val="4B5563"/>
          </a:solidFill>
          <a:ln/>
        </p:spPr>
      </p:sp>
      <p:sp>
        <p:nvSpPr>
          <p:cNvPr id="49" name="Text 36"/>
          <p:cNvSpPr txBox="1"/>
          <p:nvPr/>
        </p:nvSpPr>
        <p:spPr>
          <a:xfrm>
            <a:off x="868680" y="5902096"/>
            <a:ext cx="5120640" cy="275920"/>
          </a:xfrm>
          <a:prstGeom prst="rect">
            <a:avLst/>
          </a:prstGeom>
          <a:noFill/>
          <a:ln/>
        </p:spPr>
        <p:txBody>
          <a:bodyPr wrap="square" lIns="0" tIns="0" rIns="0" bIns="0" rtlCol="0" anchor="t"/>
          <a:lstStyle/>
          <a:p>
            <a:pPr marL="0" indent="0">
              <a:lnSpc>
                <a:spcPct val="105000"/>
              </a:lnSpc>
              <a:buNone/>
            </a:pPr>
            <a:r>
              <a:rPr lang="en-US" sz="1400" dirty="0">
                <a:solidFill>
                  <a:srgbClr val="2B2F34"/>
                </a:solidFill>
                <a:latin typeface="맑은 고딕" pitchFamily="34" charset="0"/>
                <a:ea typeface="맑은 고딕" pitchFamily="34" charset="-122"/>
                <a:cs typeface="맑은 고딕" pitchFamily="34" charset="-120"/>
              </a:rPr>
              <a:t>균열 미탐지 시 ‘이상 없음’(A등급) 자동 표시</a:t>
            </a:r>
            <a:endParaRPr lang="en-US" sz="1400" dirty="0"/>
          </a:p>
        </p:txBody>
      </p:sp>
      <p:sp>
        <p:nvSpPr>
          <p:cNvPr id="50" name="Shape 37"/>
          <p:cNvSpPr/>
          <p:nvPr/>
        </p:nvSpPr>
        <p:spPr>
          <a:xfrm>
            <a:off x="6236208" y="5380215"/>
            <a:ext cx="68580" cy="68580"/>
          </a:xfrm>
          <a:prstGeom prst="ellipse">
            <a:avLst/>
          </a:prstGeom>
          <a:solidFill>
            <a:srgbClr val="4B5563"/>
          </a:solidFill>
          <a:ln/>
        </p:spPr>
      </p:sp>
      <p:sp>
        <p:nvSpPr>
          <p:cNvPr id="51" name="Text 38"/>
          <p:cNvSpPr txBox="1"/>
          <p:nvPr/>
        </p:nvSpPr>
        <p:spPr>
          <a:xfrm>
            <a:off x="6446520" y="5285232"/>
            <a:ext cx="5102352" cy="275920"/>
          </a:xfrm>
          <a:prstGeom prst="rect">
            <a:avLst/>
          </a:prstGeom>
          <a:noFill/>
          <a:ln/>
        </p:spPr>
        <p:txBody>
          <a:bodyPr wrap="square" lIns="0" tIns="0" rIns="0" bIns="0" rtlCol="0" anchor="t"/>
          <a:lstStyle/>
          <a:p>
            <a:pPr marL="0" indent="0">
              <a:lnSpc>
                <a:spcPct val="105000"/>
              </a:lnSpc>
              <a:buNone/>
            </a:pPr>
            <a:r>
              <a:rPr lang="en-US" sz="1400" dirty="0">
                <a:solidFill>
                  <a:srgbClr val="2B2F34"/>
                </a:solidFill>
                <a:latin typeface="맑은 고딕" pitchFamily="34" charset="0"/>
                <a:ea typeface="맑은 고딕" pitchFamily="34" charset="-122"/>
                <a:cs typeface="맑은 고딕" pitchFamily="34" charset="-120"/>
              </a:rPr>
              <a:t>보고서 2분 초과 시 지연 안내·백그라운드 알림</a:t>
            </a:r>
            <a:endParaRPr lang="en-US" sz="1400" dirty="0"/>
          </a:p>
        </p:txBody>
      </p:sp>
      <p:sp>
        <p:nvSpPr>
          <p:cNvPr id="52" name="Shape 39"/>
          <p:cNvSpPr/>
          <p:nvPr/>
        </p:nvSpPr>
        <p:spPr>
          <a:xfrm>
            <a:off x="6236208" y="5688648"/>
            <a:ext cx="68580" cy="68580"/>
          </a:xfrm>
          <a:prstGeom prst="ellipse">
            <a:avLst/>
          </a:prstGeom>
          <a:solidFill>
            <a:srgbClr val="4B5563"/>
          </a:solidFill>
          <a:ln/>
        </p:spPr>
      </p:sp>
      <p:sp>
        <p:nvSpPr>
          <p:cNvPr id="53" name="Text 40"/>
          <p:cNvSpPr txBox="1"/>
          <p:nvPr/>
        </p:nvSpPr>
        <p:spPr>
          <a:xfrm>
            <a:off x="6446520" y="5593664"/>
            <a:ext cx="5102352" cy="275920"/>
          </a:xfrm>
          <a:prstGeom prst="rect">
            <a:avLst/>
          </a:prstGeom>
          <a:noFill/>
          <a:ln/>
        </p:spPr>
        <p:txBody>
          <a:bodyPr wrap="square" lIns="0" tIns="0" rIns="0" bIns="0" rtlCol="0" anchor="t"/>
          <a:lstStyle/>
          <a:p>
            <a:pPr marL="0" indent="0">
              <a:lnSpc>
                <a:spcPct val="105000"/>
              </a:lnSpc>
              <a:buNone/>
            </a:pPr>
            <a:r>
              <a:rPr lang="en-US" sz="1400" dirty="0">
                <a:solidFill>
                  <a:srgbClr val="2B2F34"/>
                </a:solidFill>
                <a:latin typeface="맑은 고딕" pitchFamily="34" charset="0"/>
                <a:ea typeface="맑은 고딕" pitchFamily="34" charset="-122"/>
                <a:cs typeface="맑은 고딕" pitchFamily="34" charset="-120"/>
              </a:rPr>
              <a:t>미확인 구역 남은 채 보고서 생성 시 경고 팝업</a:t>
            </a:r>
            <a:endParaRPr lang="en-US" sz="1400" dirty="0"/>
          </a:p>
        </p:txBody>
      </p:sp>
      <p:sp>
        <p:nvSpPr>
          <p:cNvPr id="4" name="Slide Number Placeholder 0"/>
          <p:cNvSpPr>
            <a:spLocks noGrp="1"/>
          </p:cNvSpPr>
          <p:nvPr>
            <p:ph type="sldNum" sz="quarter" idx="4294967295"/>
          </p:nvPr>
        </p:nvSpPr>
        <p:spPr>
          <a:xfrm>
            <a:off x="10634472" y="6455664"/>
            <a:ext cx="9144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latin typeface="맑은 고딕"/>
                <a:ea typeface="맑은 고딕"/>
                <a:cs typeface="맑은 고딕"/>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40080" y="402336"/>
            <a:ext cx="8229600" cy="274320"/>
          </a:xfrm>
          <a:prstGeom prst="rect">
            <a:avLst/>
          </a:prstGeom>
          <a:noFill/>
          <a:ln/>
        </p:spPr>
        <p:txBody>
          <a:bodyPr wrap="square" lIns="0" tIns="0" rIns="0" bIns="0" rtlCol="0" anchor="ctr"/>
          <a:lstStyle/>
          <a:p>
            <a:pPr marL="0" indent="0">
              <a:buNone/>
            </a:pPr>
            <a:r>
              <a:rPr lang="en-US" sz="1200" b="1" kern="0" spc="100" dirty="0">
                <a:solidFill>
                  <a:srgbClr val="B8562E"/>
                </a:solidFill>
                <a:latin typeface="맑은 고딕" pitchFamily="34" charset="0"/>
                <a:ea typeface="맑은 고딕" pitchFamily="34" charset="-122"/>
                <a:cs typeface="맑은 고딕" pitchFamily="34" charset="-120"/>
              </a:rPr>
              <a:t>06 · Tech Stack</a:t>
            </a:r>
            <a:endParaRPr lang="en-US" sz="1200" dirty="0"/>
          </a:p>
        </p:txBody>
      </p:sp>
      <p:sp>
        <p:nvSpPr>
          <p:cNvPr id="3" name="Text 0"/>
          <p:cNvSpPr>
            <a:spLocks noGrp="1"/>
          </p:cNvSpPr>
          <p:nvPr>
            <p:ph type="title" idx="100" hasCustomPrompt="1"/>
          </p:nvPr>
        </p:nvSpPr>
        <p:spPr>
          <a:xfrm>
            <a:off x="640080" y="731520"/>
            <a:ext cx="10908792" cy="640080"/>
          </a:xfrm>
          <a:prstGeom prst="rect">
            <a:avLst/>
          </a:prstGeom>
          <a:noFill/>
          <a:ln/>
        </p:spPr>
        <p:txBody>
          <a:bodyPr wrap="square" lIns="0" tIns="0" rIns="0" bIns="0" rtlCol="0" anchor="t"/>
          <a:lstStyle/>
          <a:p>
            <a:pPr marL="0" indent="0" algn="l">
              <a:buNone/>
            </a:pPr>
            <a:r>
              <a:rPr lang="en-US" sz="3000" b="1" dirty="0">
                <a:solidFill>
                  <a:srgbClr val="1F2328"/>
                </a:solidFill>
                <a:latin typeface="맑은 고딕" pitchFamily="34" charset="0"/>
                <a:ea typeface="맑은 고딕" pitchFamily="34" charset="-122"/>
                <a:cs typeface="맑은 고딕" pitchFamily="34" charset="-120"/>
              </a:rPr>
              <a:t>기술 스택 및 선택 이유</a:t>
            </a:r>
            <a:endParaRPr lang="en-US" sz="3000" dirty="0"/>
          </a:p>
        </p:txBody>
      </p:sp>
      <p:sp>
        <p:nvSpPr>
          <p:cNvPr id="5" name="Shape 2"/>
          <p:cNvSpPr/>
          <p:nvPr/>
        </p:nvSpPr>
        <p:spPr>
          <a:xfrm>
            <a:off x="640080" y="1600200"/>
            <a:ext cx="2011680" cy="1097280"/>
          </a:xfrm>
          <a:prstGeom prst="rect">
            <a:avLst/>
          </a:prstGeom>
          <a:solidFill>
            <a:srgbClr val="FFFFFF"/>
          </a:solidFill>
          <a:ln w="9525">
            <a:solidFill>
              <a:srgbClr val="D9DCE0"/>
            </a:solidFill>
            <a:prstDash val="solid"/>
          </a:ln>
        </p:spPr>
      </p:sp>
      <p:pic>
        <p:nvPicPr>
          <p:cNvPr id="6" name="Image 0" descr="React 18"/>
          <p:cNvPicPr>
            <a:picLocks noChangeAspect="1"/>
          </p:cNvPicPr>
          <p:nvPr/>
        </p:nvPicPr>
        <p:blipFill>
          <a:blip r:embed="rId3"/>
          <a:stretch>
            <a:fillRect/>
          </a:stretch>
        </p:blipFill>
        <p:spPr>
          <a:xfrm>
            <a:off x="1444752" y="1709928"/>
            <a:ext cx="402336" cy="402336"/>
          </a:xfrm>
          <a:prstGeom prst="rect">
            <a:avLst/>
          </a:prstGeom>
        </p:spPr>
      </p:pic>
      <p:sp>
        <p:nvSpPr>
          <p:cNvPr id="7" name="Text 3"/>
          <p:cNvSpPr txBox="1"/>
          <p:nvPr/>
        </p:nvSpPr>
        <p:spPr>
          <a:xfrm>
            <a:off x="640080" y="2167128"/>
            <a:ext cx="2011680" cy="274320"/>
          </a:xfrm>
          <a:prstGeom prst="rect">
            <a:avLst/>
          </a:prstGeom>
          <a:noFill/>
          <a:ln/>
        </p:spPr>
        <p:txBody>
          <a:bodyPr wrap="square" lIns="0" tIns="0" rIns="0" bIns="0" rtlCol="0" anchor="t"/>
          <a:lstStyle/>
          <a:p>
            <a:pPr marL="0" indent="0" algn="ctr">
              <a:lnSpc>
                <a:spcPct val="115000"/>
              </a:lnSpc>
              <a:buNone/>
            </a:pPr>
            <a:r>
              <a:rPr lang="en-US" sz="1400" b="1" dirty="0">
                <a:solidFill>
                  <a:srgbClr val="1F2328"/>
                </a:solidFill>
                <a:latin typeface="맑은 고딕" pitchFamily="34" charset="0"/>
                <a:ea typeface="맑은 고딕" pitchFamily="34" charset="-122"/>
                <a:cs typeface="맑은 고딕" pitchFamily="34" charset="-120"/>
              </a:rPr>
              <a:t>React 18</a:t>
            </a:r>
            <a:endParaRPr lang="en-US" sz="1400" dirty="0"/>
          </a:p>
        </p:txBody>
      </p:sp>
      <p:sp>
        <p:nvSpPr>
          <p:cNvPr id="8" name="Text 4"/>
          <p:cNvSpPr txBox="1"/>
          <p:nvPr/>
        </p:nvSpPr>
        <p:spPr>
          <a:xfrm>
            <a:off x="640080" y="2423160"/>
            <a:ext cx="2011680" cy="228600"/>
          </a:xfrm>
          <a:prstGeom prst="rect">
            <a:avLst/>
          </a:prstGeom>
          <a:noFill/>
          <a:ln/>
        </p:spPr>
        <p:txBody>
          <a:bodyPr wrap="square" lIns="0" tIns="0" rIns="0" bIns="0" rtlCol="0" anchor="t"/>
          <a:lstStyle/>
          <a:p>
            <a:pPr marL="0" indent="0" algn="ctr">
              <a:lnSpc>
                <a:spcPct val="115000"/>
              </a:lnSpc>
              <a:buNone/>
            </a:pPr>
            <a:r>
              <a:rPr lang="en-US" sz="1100" dirty="0">
                <a:solidFill>
                  <a:srgbClr val="6B7280"/>
                </a:solidFill>
                <a:latin typeface="맑은 고딕" pitchFamily="34" charset="0"/>
                <a:ea typeface="맑은 고딕" pitchFamily="34" charset="-122"/>
                <a:cs typeface="맑은 고딕" pitchFamily="34" charset="-120"/>
              </a:rPr>
              <a:t>프론트엔드 UI</a:t>
            </a:r>
            <a:endParaRPr lang="en-US" sz="1100" dirty="0"/>
          </a:p>
        </p:txBody>
      </p:sp>
      <p:sp>
        <p:nvSpPr>
          <p:cNvPr id="9" name="Shape 5"/>
          <p:cNvSpPr/>
          <p:nvPr/>
        </p:nvSpPr>
        <p:spPr>
          <a:xfrm>
            <a:off x="2864358" y="1600200"/>
            <a:ext cx="2011680" cy="1097280"/>
          </a:xfrm>
          <a:prstGeom prst="rect">
            <a:avLst/>
          </a:prstGeom>
          <a:solidFill>
            <a:srgbClr val="FFFFFF"/>
          </a:solidFill>
          <a:ln w="9525">
            <a:solidFill>
              <a:srgbClr val="D9DCE0"/>
            </a:solidFill>
            <a:prstDash val="solid"/>
          </a:ln>
        </p:spPr>
      </p:sp>
      <p:pic>
        <p:nvPicPr>
          <p:cNvPr id="10" name="Image 1" descr="Vite"/>
          <p:cNvPicPr>
            <a:picLocks noChangeAspect="1"/>
          </p:cNvPicPr>
          <p:nvPr/>
        </p:nvPicPr>
        <p:blipFill>
          <a:blip r:embed="rId4"/>
          <a:stretch>
            <a:fillRect/>
          </a:stretch>
        </p:blipFill>
        <p:spPr>
          <a:xfrm>
            <a:off x="3669030" y="1709928"/>
            <a:ext cx="402336" cy="402336"/>
          </a:xfrm>
          <a:prstGeom prst="rect">
            <a:avLst/>
          </a:prstGeom>
        </p:spPr>
      </p:pic>
      <p:sp>
        <p:nvSpPr>
          <p:cNvPr id="11" name="Text 6"/>
          <p:cNvSpPr txBox="1"/>
          <p:nvPr/>
        </p:nvSpPr>
        <p:spPr>
          <a:xfrm>
            <a:off x="2864358" y="2167128"/>
            <a:ext cx="2011680" cy="274320"/>
          </a:xfrm>
          <a:prstGeom prst="rect">
            <a:avLst/>
          </a:prstGeom>
          <a:noFill/>
          <a:ln/>
        </p:spPr>
        <p:txBody>
          <a:bodyPr wrap="square" lIns="0" tIns="0" rIns="0" bIns="0" rtlCol="0" anchor="t"/>
          <a:lstStyle/>
          <a:p>
            <a:pPr marL="0" indent="0" algn="ctr">
              <a:lnSpc>
                <a:spcPct val="115000"/>
              </a:lnSpc>
              <a:buNone/>
            </a:pPr>
            <a:r>
              <a:rPr lang="en-US" sz="1400" b="1" dirty="0">
                <a:solidFill>
                  <a:srgbClr val="1F2328"/>
                </a:solidFill>
                <a:latin typeface="맑은 고딕" pitchFamily="34" charset="0"/>
                <a:ea typeface="맑은 고딕" pitchFamily="34" charset="-122"/>
                <a:cs typeface="맑은 고딕" pitchFamily="34" charset="-120"/>
              </a:rPr>
              <a:t>Vite</a:t>
            </a:r>
            <a:endParaRPr lang="en-US" sz="1400" dirty="0"/>
          </a:p>
        </p:txBody>
      </p:sp>
      <p:sp>
        <p:nvSpPr>
          <p:cNvPr id="12" name="Text 7"/>
          <p:cNvSpPr txBox="1"/>
          <p:nvPr/>
        </p:nvSpPr>
        <p:spPr>
          <a:xfrm>
            <a:off x="2864358" y="2423160"/>
            <a:ext cx="2011680" cy="228600"/>
          </a:xfrm>
          <a:prstGeom prst="rect">
            <a:avLst/>
          </a:prstGeom>
          <a:noFill/>
          <a:ln/>
        </p:spPr>
        <p:txBody>
          <a:bodyPr wrap="square" lIns="0" tIns="0" rIns="0" bIns="0" rtlCol="0" anchor="t"/>
          <a:lstStyle/>
          <a:p>
            <a:pPr marL="0" indent="0" algn="ctr">
              <a:lnSpc>
                <a:spcPct val="115000"/>
              </a:lnSpc>
              <a:buNone/>
            </a:pPr>
            <a:r>
              <a:rPr lang="en-US" sz="1100" dirty="0">
                <a:solidFill>
                  <a:srgbClr val="6B7280"/>
                </a:solidFill>
                <a:latin typeface="맑은 고딕" pitchFamily="34" charset="0"/>
                <a:ea typeface="맑은 고딕" pitchFamily="34" charset="-122"/>
                <a:cs typeface="맑은 고딕" pitchFamily="34" charset="-120"/>
              </a:rPr>
              <a:t>빌드 도구</a:t>
            </a:r>
            <a:endParaRPr lang="en-US" sz="1100" dirty="0"/>
          </a:p>
        </p:txBody>
      </p:sp>
      <p:sp>
        <p:nvSpPr>
          <p:cNvPr id="13" name="Shape 8"/>
          <p:cNvSpPr/>
          <p:nvPr/>
        </p:nvSpPr>
        <p:spPr>
          <a:xfrm>
            <a:off x="5088636" y="1600200"/>
            <a:ext cx="2011680" cy="1097280"/>
          </a:xfrm>
          <a:prstGeom prst="rect">
            <a:avLst/>
          </a:prstGeom>
          <a:solidFill>
            <a:srgbClr val="FFFFFF"/>
          </a:solidFill>
          <a:ln w="9525">
            <a:solidFill>
              <a:srgbClr val="D9DCE0"/>
            </a:solidFill>
            <a:prstDash val="solid"/>
          </a:ln>
        </p:spPr>
      </p:sp>
      <p:pic>
        <p:nvPicPr>
          <p:cNvPr id="14" name="Image 2" descr="FastAPI"/>
          <p:cNvPicPr>
            <a:picLocks noChangeAspect="1"/>
          </p:cNvPicPr>
          <p:nvPr/>
        </p:nvPicPr>
        <p:blipFill>
          <a:blip r:embed="rId5"/>
          <a:stretch>
            <a:fillRect/>
          </a:stretch>
        </p:blipFill>
        <p:spPr>
          <a:xfrm>
            <a:off x="5893308" y="1709928"/>
            <a:ext cx="402336" cy="402336"/>
          </a:xfrm>
          <a:prstGeom prst="rect">
            <a:avLst/>
          </a:prstGeom>
        </p:spPr>
      </p:pic>
      <p:sp>
        <p:nvSpPr>
          <p:cNvPr id="15" name="Text 9"/>
          <p:cNvSpPr txBox="1"/>
          <p:nvPr/>
        </p:nvSpPr>
        <p:spPr>
          <a:xfrm>
            <a:off x="5088636" y="2167128"/>
            <a:ext cx="2011680" cy="274320"/>
          </a:xfrm>
          <a:prstGeom prst="rect">
            <a:avLst/>
          </a:prstGeom>
          <a:noFill/>
          <a:ln/>
        </p:spPr>
        <p:txBody>
          <a:bodyPr wrap="square" lIns="0" tIns="0" rIns="0" bIns="0" rtlCol="0" anchor="t"/>
          <a:lstStyle/>
          <a:p>
            <a:pPr marL="0" indent="0" algn="ctr">
              <a:lnSpc>
                <a:spcPct val="115000"/>
              </a:lnSpc>
              <a:buNone/>
            </a:pPr>
            <a:r>
              <a:rPr lang="en-US" sz="1400" b="1" dirty="0">
                <a:solidFill>
                  <a:srgbClr val="1F2328"/>
                </a:solidFill>
                <a:latin typeface="맑은 고딕" pitchFamily="34" charset="0"/>
                <a:ea typeface="맑은 고딕" pitchFamily="34" charset="-122"/>
                <a:cs typeface="맑은 고딕" pitchFamily="34" charset="-120"/>
              </a:rPr>
              <a:t>FastAPI</a:t>
            </a:r>
            <a:endParaRPr lang="en-US" sz="1400" dirty="0"/>
          </a:p>
        </p:txBody>
      </p:sp>
      <p:sp>
        <p:nvSpPr>
          <p:cNvPr id="16" name="Text 10"/>
          <p:cNvSpPr txBox="1"/>
          <p:nvPr/>
        </p:nvSpPr>
        <p:spPr>
          <a:xfrm>
            <a:off x="5088636" y="2423160"/>
            <a:ext cx="2011680" cy="228600"/>
          </a:xfrm>
          <a:prstGeom prst="rect">
            <a:avLst/>
          </a:prstGeom>
          <a:noFill/>
          <a:ln/>
        </p:spPr>
        <p:txBody>
          <a:bodyPr wrap="square" lIns="0" tIns="0" rIns="0" bIns="0" rtlCol="0" anchor="t"/>
          <a:lstStyle/>
          <a:p>
            <a:pPr marL="0" indent="0" algn="ctr">
              <a:lnSpc>
                <a:spcPct val="115000"/>
              </a:lnSpc>
              <a:buNone/>
            </a:pPr>
            <a:r>
              <a:rPr lang="en-US" sz="1100" dirty="0">
                <a:solidFill>
                  <a:srgbClr val="6B7280"/>
                </a:solidFill>
                <a:latin typeface="맑은 고딕" pitchFamily="34" charset="0"/>
                <a:ea typeface="맑은 고딕" pitchFamily="34" charset="-122"/>
                <a:cs typeface="맑은 고딕" pitchFamily="34" charset="-120"/>
              </a:rPr>
              <a:t>백엔드 API</a:t>
            </a:r>
            <a:endParaRPr lang="en-US" sz="1100" dirty="0"/>
          </a:p>
        </p:txBody>
      </p:sp>
      <p:sp>
        <p:nvSpPr>
          <p:cNvPr id="17" name="Shape 11"/>
          <p:cNvSpPr/>
          <p:nvPr/>
        </p:nvSpPr>
        <p:spPr>
          <a:xfrm>
            <a:off x="7312914" y="1600200"/>
            <a:ext cx="2011680" cy="1097280"/>
          </a:xfrm>
          <a:prstGeom prst="rect">
            <a:avLst/>
          </a:prstGeom>
          <a:solidFill>
            <a:srgbClr val="FFFFFF"/>
          </a:solidFill>
          <a:ln w="9525">
            <a:solidFill>
              <a:srgbClr val="D9DCE0"/>
            </a:solidFill>
            <a:prstDash val="solid"/>
          </a:ln>
        </p:spPr>
      </p:sp>
      <p:pic>
        <p:nvPicPr>
          <p:cNvPr id="18" name="Image 3" descr="Python"/>
          <p:cNvPicPr>
            <a:picLocks noChangeAspect="1"/>
          </p:cNvPicPr>
          <p:nvPr/>
        </p:nvPicPr>
        <p:blipFill>
          <a:blip r:embed="rId6"/>
          <a:stretch>
            <a:fillRect/>
          </a:stretch>
        </p:blipFill>
        <p:spPr>
          <a:xfrm>
            <a:off x="8117586" y="1709928"/>
            <a:ext cx="402336" cy="402336"/>
          </a:xfrm>
          <a:prstGeom prst="rect">
            <a:avLst/>
          </a:prstGeom>
        </p:spPr>
      </p:pic>
      <p:sp>
        <p:nvSpPr>
          <p:cNvPr id="19" name="Text 12"/>
          <p:cNvSpPr txBox="1"/>
          <p:nvPr/>
        </p:nvSpPr>
        <p:spPr>
          <a:xfrm>
            <a:off x="7312914" y="2167128"/>
            <a:ext cx="2011680" cy="274320"/>
          </a:xfrm>
          <a:prstGeom prst="rect">
            <a:avLst/>
          </a:prstGeom>
          <a:noFill/>
          <a:ln/>
        </p:spPr>
        <p:txBody>
          <a:bodyPr wrap="square" lIns="0" tIns="0" rIns="0" bIns="0" rtlCol="0" anchor="t"/>
          <a:lstStyle/>
          <a:p>
            <a:pPr marL="0" indent="0" algn="ctr">
              <a:lnSpc>
                <a:spcPct val="115000"/>
              </a:lnSpc>
              <a:buNone/>
            </a:pPr>
            <a:r>
              <a:rPr lang="en-US" sz="1400" b="1" dirty="0">
                <a:solidFill>
                  <a:srgbClr val="1F2328"/>
                </a:solidFill>
                <a:latin typeface="맑은 고딕" pitchFamily="34" charset="0"/>
                <a:ea typeface="맑은 고딕" pitchFamily="34" charset="-122"/>
                <a:cs typeface="맑은 고딕" pitchFamily="34" charset="-120"/>
              </a:rPr>
              <a:t>Python</a:t>
            </a:r>
            <a:endParaRPr lang="en-US" sz="1400" dirty="0"/>
          </a:p>
        </p:txBody>
      </p:sp>
      <p:sp>
        <p:nvSpPr>
          <p:cNvPr id="20" name="Text 13"/>
          <p:cNvSpPr txBox="1"/>
          <p:nvPr/>
        </p:nvSpPr>
        <p:spPr>
          <a:xfrm>
            <a:off x="7312914" y="2423160"/>
            <a:ext cx="2011680" cy="228600"/>
          </a:xfrm>
          <a:prstGeom prst="rect">
            <a:avLst/>
          </a:prstGeom>
          <a:noFill/>
          <a:ln/>
        </p:spPr>
        <p:txBody>
          <a:bodyPr wrap="square" lIns="0" tIns="0" rIns="0" bIns="0" rtlCol="0" anchor="t"/>
          <a:lstStyle/>
          <a:p>
            <a:pPr marL="0" indent="0" algn="ctr">
              <a:lnSpc>
                <a:spcPct val="115000"/>
              </a:lnSpc>
              <a:buNone/>
            </a:pPr>
            <a:r>
              <a:rPr lang="en-US" sz="1100" dirty="0">
                <a:solidFill>
                  <a:srgbClr val="6B7280"/>
                </a:solidFill>
                <a:latin typeface="맑은 고딕" pitchFamily="34" charset="0"/>
                <a:ea typeface="맑은 고딕" pitchFamily="34" charset="-122"/>
                <a:cs typeface="맑은 고딕" pitchFamily="34" charset="-120"/>
              </a:rPr>
              <a:t>개발 언어</a:t>
            </a:r>
            <a:endParaRPr lang="en-US" sz="1100" dirty="0"/>
          </a:p>
        </p:txBody>
      </p:sp>
      <p:sp>
        <p:nvSpPr>
          <p:cNvPr id="21" name="Shape 14"/>
          <p:cNvSpPr/>
          <p:nvPr/>
        </p:nvSpPr>
        <p:spPr>
          <a:xfrm>
            <a:off x="9537192" y="1600200"/>
            <a:ext cx="2011680" cy="1097280"/>
          </a:xfrm>
          <a:prstGeom prst="rect">
            <a:avLst/>
          </a:prstGeom>
          <a:solidFill>
            <a:srgbClr val="FFFFFF"/>
          </a:solidFill>
          <a:ln w="9525">
            <a:solidFill>
              <a:srgbClr val="D9DCE0"/>
            </a:solidFill>
            <a:prstDash val="solid"/>
          </a:ln>
        </p:spPr>
      </p:sp>
      <p:pic>
        <p:nvPicPr>
          <p:cNvPr id="22" name="Image 4" descr="YOLOv8"/>
          <p:cNvPicPr>
            <a:picLocks noChangeAspect="1"/>
          </p:cNvPicPr>
          <p:nvPr/>
        </p:nvPicPr>
        <p:blipFill>
          <a:blip r:embed="rId7"/>
          <a:stretch>
            <a:fillRect/>
          </a:stretch>
        </p:blipFill>
        <p:spPr>
          <a:xfrm>
            <a:off x="10341864" y="1709928"/>
            <a:ext cx="402336" cy="402336"/>
          </a:xfrm>
          <a:prstGeom prst="rect">
            <a:avLst/>
          </a:prstGeom>
        </p:spPr>
      </p:pic>
      <p:sp>
        <p:nvSpPr>
          <p:cNvPr id="23" name="Text 15"/>
          <p:cNvSpPr txBox="1"/>
          <p:nvPr/>
        </p:nvSpPr>
        <p:spPr>
          <a:xfrm>
            <a:off x="9537192" y="2167128"/>
            <a:ext cx="2011680" cy="274320"/>
          </a:xfrm>
          <a:prstGeom prst="rect">
            <a:avLst/>
          </a:prstGeom>
          <a:noFill/>
          <a:ln/>
        </p:spPr>
        <p:txBody>
          <a:bodyPr wrap="square" lIns="0" tIns="0" rIns="0" bIns="0" rtlCol="0" anchor="t"/>
          <a:lstStyle/>
          <a:p>
            <a:pPr marL="0" indent="0" algn="ctr">
              <a:lnSpc>
                <a:spcPct val="115000"/>
              </a:lnSpc>
              <a:buNone/>
            </a:pPr>
            <a:r>
              <a:rPr lang="en-US" sz="1400" b="1" dirty="0">
                <a:solidFill>
                  <a:srgbClr val="1F2328"/>
                </a:solidFill>
                <a:latin typeface="맑은 고딕" pitchFamily="34" charset="0"/>
                <a:ea typeface="맑은 고딕" pitchFamily="34" charset="-122"/>
                <a:cs typeface="맑은 고딕" pitchFamily="34" charset="-120"/>
              </a:rPr>
              <a:t>YOLOv8</a:t>
            </a:r>
            <a:endParaRPr lang="en-US" sz="1400" dirty="0"/>
          </a:p>
        </p:txBody>
      </p:sp>
      <p:sp>
        <p:nvSpPr>
          <p:cNvPr id="24" name="Text 16"/>
          <p:cNvSpPr txBox="1"/>
          <p:nvPr/>
        </p:nvSpPr>
        <p:spPr>
          <a:xfrm>
            <a:off x="9537192" y="2423160"/>
            <a:ext cx="2011680" cy="228600"/>
          </a:xfrm>
          <a:prstGeom prst="rect">
            <a:avLst/>
          </a:prstGeom>
          <a:noFill/>
          <a:ln/>
        </p:spPr>
        <p:txBody>
          <a:bodyPr wrap="square" lIns="0" tIns="0" rIns="0" bIns="0" rtlCol="0" anchor="t"/>
          <a:lstStyle/>
          <a:p>
            <a:pPr marL="0" indent="0" algn="ctr">
              <a:lnSpc>
                <a:spcPct val="115000"/>
              </a:lnSpc>
              <a:buNone/>
            </a:pPr>
            <a:r>
              <a:rPr lang="en-US" sz="1100" dirty="0">
                <a:solidFill>
                  <a:srgbClr val="6B7280"/>
                </a:solidFill>
                <a:latin typeface="맑은 고딕" pitchFamily="34" charset="0"/>
                <a:ea typeface="맑은 고딕" pitchFamily="34" charset="-122"/>
                <a:cs typeface="맑은 고딕" pitchFamily="34" charset="-120"/>
              </a:rPr>
              <a:t>객체 탐지 모델</a:t>
            </a:r>
            <a:endParaRPr lang="en-US" sz="1100" dirty="0"/>
          </a:p>
        </p:txBody>
      </p:sp>
      <p:sp>
        <p:nvSpPr>
          <p:cNvPr id="25" name="Shape 17"/>
          <p:cNvSpPr/>
          <p:nvPr/>
        </p:nvSpPr>
        <p:spPr>
          <a:xfrm>
            <a:off x="640080" y="2834640"/>
            <a:ext cx="2011680" cy="1097280"/>
          </a:xfrm>
          <a:prstGeom prst="rect">
            <a:avLst/>
          </a:prstGeom>
          <a:solidFill>
            <a:srgbClr val="FFFFFF"/>
          </a:solidFill>
          <a:ln w="9525">
            <a:solidFill>
              <a:srgbClr val="D9DCE0"/>
            </a:solidFill>
            <a:prstDash val="solid"/>
          </a:ln>
        </p:spPr>
      </p:sp>
      <p:pic>
        <p:nvPicPr>
          <p:cNvPr id="26" name="Image 5" descr="SQLite"/>
          <p:cNvPicPr>
            <a:picLocks noChangeAspect="1"/>
          </p:cNvPicPr>
          <p:nvPr/>
        </p:nvPicPr>
        <p:blipFill>
          <a:blip r:embed="rId8"/>
          <a:stretch>
            <a:fillRect/>
          </a:stretch>
        </p:blipFill>
        <p:spPr>
          <a:xfrm>
            <a:off x="1444752" y="2944368"/>
            <a:ext cx="402336" cy="402336"/>
          </a:xfrm>
          <a:prstGeom prst="rect">
            <a:avLst/>
          </a:prstGeom>
        </p:spPr>
      </p:pic>
      <p:sp>
        <p:nvSpPr>
          <p:cNvPr id="27" name="Text 18"/>
          <p:cNvSpPr txBox="1"/>
          <p:nvPr/>
        </p:nvSpPr>
        <p:spPr>
          <a:xfrm>
            <a:off x="640080" y="3401568"/>
            <a:ext cx="2011680" cy="274320"/>
          </a:xfrm>
          <a:prstGeom prst="rect">
            <a:avLst/>
          </a:prstGeom>
          <a:noFill/>
          <a:ln/>
        </p:spPr>
        <p:txBody>
          <a:bodyPr wrap="square" lIns="0" tIns="0" rIns="0" bIns="0" rtlCol="0" anchor="t"/>
          <a:lstStyle/>
          <a:p>
            <a:pPr marL="0" indent="0" algn="ctr">
              <a:lnSpc>
                <a:spcPct val="115000"/>
              </a:lnSpc>
              <a:buNone/>
            </a:pPr>
            <a:r>
              <a:rPr lang="en-US" sz="1400" b="1" dirty="0">
                <a:solidFill>
                  <a:srgbClr val="1F2328"/>
                </a:solidFill>
                <a:latin typeface="맑은 고딕" pitchFamily="34" charset="0"/>
                <a:ea typeface="맑은 고딕" pitchFamily="34" charset="-122"/>
                <a:cs typeface="맑은 고딕" pitchFamily="34" charset="-120"/>
              </a:rPr>
              <a:t>SQLite</a:t>
            </a:r>
            <a:endParaRPr lang="en-US" sz="1400" dirty="0"/>
          </a:p>
        </p:txBody>
      </p:sp>
      <p:sp>
        <p:nvSpPr>
          <p:cNvPr id="28" name="Text 19"/>
          <p:cNvSpPr txBox="1"/>
          <p:nvPr/>
        </p:nvSpPr>
        <p:spPr>
          <a:xfrm>
            <a:off x="640080" y="3657600"/>
            <a:ext cx="2011680" cy="228600"/>
          </a:xfrm>
          <a:prstGeom prst="rect">
            <a:avLst/>
          </a:prstGeom>
          <a:noFill/>
          <a:ln/>
        </p:spPr>
        <p:txBody>
          <a:bodyPr wrap="square" lIns="0" tIns="0" rIns="0" bIns="0" rtlCol="0" anchor="t"/>
          <a:lstStyle/>
          <a:p>
            <a:pPr marL="0" indent="0" algn="ctr">
              <a:lnSpc>
                <a:spcPct val="115000"/>
              </a:lnSpc>
              <a:buNone/>
            </a:pPr>
            <a:r>
              <a:rPr lang="en-US" sz="1100" dirty="0">
                <a:solidFill>
                  <a:srgbClr val="6B7280"/>
                </a:solidFill>
                <a:latin typeface="맑은 고딕" pitchFamily="34" charset="0"/>
                <a:ea typeface="맑은 고딕" pitchFamily="34" charset="-122"/>
                <a:cs typeface="맑은 고딕" pitchFamily="34" charset="-120"/>
              </a:rPr>
              <a:t>데이터베이스</a:t>
            </a:r>
            <a:endParaRPr lang="en-US" sz="1100" dirty="0"/>
          </a:p>
        </p:txBody>
      </p:sp>
      <p:sp>
        <p:nvSpPr>
          <p:cNvPr id="29" name="Shape 20"/>
          <p:cNvSpPr/>
          <p:nvPr/>
        </p:nvSpPr>
        <p:spPr>
          <a:xfrm>
            <a:off x="2864358" y="2834640"/>
            <a:ext cx="2011680" cy="1097280"/>
          </a:xfrm>
          <a:prstGeom prst="rect">
            <a:avLst/>
          </a:prstGeom>
          <a:solidFill>
            <a:srgbClr val="FFFFFF"/>
          </a:solidFill>
          <a:ln w="9525">
            <a:solidFill>
              <a:srgbClr val="D9DCE0"/>
            </a:solidFill>
            <a:prstDash val="solid"/>
          </a:ln>
        </p:spPr>
      </p:sp>
      <p:pic>
        <p:nvPicPr>
          <p:cNvPr id="30" name="Image 6" descr="Docker"/>
          <p:cNvPicPr>
            <a:picLocks noChangeAspect="1"/>
          </p:cNvPicPr>
          <p:nvPr/>
        </p:nvPicPr>
        <p:blipFill>
          <a:blip r:embed="rId9"/>
          <a:stretch>
            <a:fillRect/>
          </a:stretch>
        </p:blipFill>
        <p:spPr>
          <a:xfrm>
            <a:off x="3669030" y="2944368"/>
            <a:ext cx="402336" cy="402336"/>
          </a:xfrm>
          <a:prstGeom prst="rect">
            <a:avLst/>
          </a:prstGeom>
        </p:spPr>
      </p:pic>
      <p:sp>
        <p:nvSpPr>
          <p:cNvPr id="31" name="Text 21"/>
          <p:cNvSpPr txBox="1"/>
          <p:nvPr/>
        </p:nvSpPr>
        <p:spPr>
          <a:xfrm>
            <a:off x="2864358" y="3401568"/>
            <a:ext cx="2011680" cy="274320"/>
          </a:xfrm>
          <a:prstGeom prst="rect">
            <a:avLst/>
          </a:prstGeom>
          <a:noFill/>
          <a:ln/>
        </p:spPr>
        <p:txBody>
          <a:bodyPr wrap="square" lIns="0" tIns="0" rIns="0" bIns="0" rtlCol="0" anchor="t"/>
          <a:lstStyle/>
          <a:p>
            <a:pPr marL="0" indent="0" algn="ctr">
              <a:lnSpc>
                <a:spcPct val="115000"/>
              </a:lnSpc>
              <a:buNone/>
            </a:pPr>
            <a:r>
              <a:rPr lang="en-US" sz="1400" b="1" dirty="0">
                <a:solidFill>
                  <a:srgbClr val="1F2328"/>
                </a:solidFill>
                <a:latin typeface="맑은 고딕" pitchFamily="34" charset="0"/>
                <a:ea typeface="맑은 고딕" pitchFamily="34" charset="-122"/>
                <a:cs typeface="맑은 고딕" pitchFamily="34" charset="-120"/>
              </a:rPr>
              <a:t>Docker</a:t>
            </a:r>
            <a:endParaRPr lang="en-US" sz="1400" dirty="0"/>
          </a:p>
        </p:txBody>
      </p:sp>
      <p:sp>
        <p:nvSpPr>
          <p:cNvPr id="32" name="Text 22"/>
          <p:cNvSpPr txBox="1"/>
          <p:nvPr/>
        </p:nvSpPr>
        <p:spPr>
          <a:xfrm>
            <a:off x="2864358" y="3657600"/>
            <a:ext cx="2011680" cy="228600"/>
          </a:xfrm>
          <a:prstGeom prst="rect">
            <a:avLst/>
          </a:prstGeom>
          <a:noFill/>
          <a:ln/>
        </p:spPr>
        <p:txBody>
          <a:bodyPr wrap="square" lIns="0" tIns="0" rIns="0" bIns="0" rtlCol="0" anchor="t"/>
          <a:lstStyle/>
          <a:p>
            <a:pPr marL="0" indent="0" algn="ctr">
              <a:lnSpc>
                <a:spcPct val="115000"/>
              </a:lnSpc>
              <a:buNone/>
            </a:pPr>
            <a:r>
              <a:rPr lang="en-US" sz="1100" dirty="0">
                <a:solidFill>
                  <a:srgbClr val="6B7280"/>
                </a:solidFill>
                <a:latin typeface="맑은 고딕" pitchFamily="34" charset="0"/>
                <a:ea typeface="맑은 고딕" pitchFamily="34" charset="-122"/>
                <a:cs typeface="맑은 고딕" pitchFamily="34" charset="-120"/>
              </a:rPr>
              <a:t>컨테이너 배포</a:t>
            </a:r>
            <a:endParaRPr lang="en-US" sz="1100" dirty="0"/>
          </a:p>
        </p:txBody>
      </p:sp>
      <p:sp>
        <p:nvSpPr>
          <p:cNvPr id="33" name="Shape 23"/>
          <p:cNvSpPr/>
          <p:nvPr/>
        </p:nvSpPr>
        <p:spPr>
          <a:xfrm>
            <a:off x="5088636" y="2834640"/>
            <a:ext cx="2011680" cy="1097280"/>
          </a:xfrm>
          <a:prstGeom prst="rect">
            <a:avLst/>
          </a:prstGeom>
          <a:solidFill>
            <a:srgbClr val="FFFFFF"/>
          </a:solidFill>
          <a:ln w="9525">
            <a:solidFill>
              <a:srgbClr val="D9DCE0"/>
            </a:solidFill>
            <a:prstDash val="solid"/>
          </a:ln>
        </p:spPr>
      </p:sp>
      <p:pic>
        <p:nvPicPr>
          <p:cNvPr id="34" name="Image 7" descr="Nginx"/>
          <p:cNvPicPr>
            <a:picLocks noChangeAspect="1"/>
          </p:cNvPicPr>
          <p:nvPr/>
        </p:nvPicPr>
        <p:blipFill>
          <a:blip r:embed="rId10"/>
          <a:stretch>
            <a:fillRect/>
          </a:stretch>
        </p:blipFill>
        <p:spPr>
          <a:xfrm>
            <a:off x="5893308" y="2944368"/>
            <a:ext cx="402336" cy="402336"/>
          </a:xfrm>
          <a:prstGeom prst="rect">
            <a:avLst/>
          </a:prstGeom>
        </p:spPr>
      </p:pic>
      <p:sp>
        <p:nvSpPr>
          <p:cNvPr id="35" name="Text 24"/>
          <p:cNvSpPr txBox="1"/>
          <p:nvPr/>
        </p:nvSpPr>
        <p:spPr>
          <a:xfrm>
            <a:off x="5088636" y="3401568"/>
            <a:ext cx="2011680" cy="274320"/>
          </a:xfrm>
          <a:prstGeom prst="rect">
            <a:avLst/>
          </a:prstGeom>
          <a:noFill/>
          <a:ln/>
        </p:spPr>
        <p:txBody>
          <a:bodyPr wrap="square" lIns="0" tIns="0" rIns="0" bIns="0" rtlCol="0" anchor="t"/>
          <a:lstStyle/>
          <a:p>
            <a:pPr marL="0" indent="0" algn="ctr">
              <a:lnSpc>
                <a:spcPct val="115000"/>
              </a:lnSpc>
              <a:buNone/>
            </a:pPr>
            <a:r>
              <a:rPr lang="en-US" sz="1400" b="1" dirty="0">
                <a:solidFill>
                  <a:srgbClr val="1F2328"/>
                </a:solidFill>
                <a:latin typeface="맑은 고딕" pitchFamily="34" charset="0"/>
                <a:ea typeface="맑은 고딕" pitchFamily="34" charset="-122"/>
                <a:cs typeface="맑은 고딕" pitchFamily="34" charset="-120"/>
              </a:rPr>
              <a:t>Nginx</a:t>
            </a:r>
            <a:endParaRPr lang="en-US" sz="1400" dirty="0"/>
          </a:p>
        </p:txBody>
      </p:sp>
      <p:sp>
        <p:nvSpPr>
          <p:cNvPr id="36" name="Text 25"/>
          <p:cNvSpPr txBox="1"/>
          <p:nvPr/>
        </p:nvSpPr>
        <p:spPr>
          <a:xfrm>
            <a:off x="5088636" y="3657600"/>
            <a:ext cx="2011680" cy="228600"/>
          </a:xfrm>
          <a:prstGeom prst="rect">
            <a:avLst/>
          </a:prstGeom>
          <a:noFill/>
          <a:ln/>
        </p:spPr>
        <p:txBody>
          <a:bodyPr wrap="square" lIns="0" tIns="0" rIns="0" bIns="0" rtlCol="0" anchor="t"/>
          <a:lstStyle/>
          <a:p>
            <a:pPr marL="0" indent="0" algn="ctr">
              <a:lnSpc>
                <a:spcPct val="115000"/>
              </a:lnSpc>
              <a:buNone/>
            </a:pPr>
            <a:r>
              <a:rPr lang="en-US" sz="1100" dirty="0">
                <a:solidFill>
                  <a:srgbClr val="6B7280"/>
                </a:solidFill>
                <a:latin typeface="맑은 고딕" pitchFamily="34" charset="0"/>
                <a:ea typeface="맑은 고딕" pitchFamily="34" charset="-122"/>
                <a:cs typeface="맑은 고딕" pitchFamily="34" charset="-120"/>
              </a:rPr>
              <a:t>리버스 프록시</a:t>
            </a:r>
            <a:endParaRPr lang="en-US" sz="1100" dirty="0"/>
          </a:p>
        </p:txBody>
      </p:sp>
      <p:sp>
        <p:nvSpPr>
          <p:cNvPr id="37" name="Shape 26"/>
          <p:cNvSpPr/>
          <p:nvPr/>
        </p:nvSpPr>
        <p:spPr>
          <a:xfrm>
            <a:off x="7312914" y="2834640"/>
            <a:ext cx="2011680" cy="1097280"/>
          </a:xfrm>
          <a:prstGeom prst="rect">
            <a:avLst/>
          </a:prstGeom>
          <a:solidFill>
            <a:srgbClr val="FFFFFF"/>
          </a:solidFill>
          <a:ln w="9525">
            <a:solidFill>
              <a:srgbClr val="D9DCE0"/>
            </a:solidFill>
            <a:prstDash val="solid"/>
          </a:ln>
        </p:spPr>
      </p:sp>
      <p:pic>
        <p:nvPicPr>
          <p:cNvPr id="38" name="Image 8" descr="JWT"/>
          <p:cNvPicPr>
            <a:picLocks noChangeAspect="1"/>
          </p:cNvPicPr>
          <p:nvPr/>
        </p:nvPicPr>
        <p:blipFill>
          <a:blip r:embed="rId11"/>
          <a:stretch>
            <a:fillRect/>
          </a:stretch>
        </p:blipFill>
        <p:spPr>
          <a:xfrm>
            <a:off x="8117586" y="2944368"/>
            <a:ext cx="402336" cy="402336"/>
          </a:xfrm>
          <a:prstGeom prst="rect">
            <a:avLst/>
          </a:prstGeom>
        </p:spPr>
      </p:pic>
      <p:sp>
        <p:nvSpPr>
          <p:cNvPr id="39" name="Text 27"/>
          <p:cNvSpPr txBox="1"/>
          <p:nvPr/>
        </p:nvSpPr>
        <p:spPr>
          <a:xfrm>
            <a:off x="7312914" y="3401568"/>
            <a:ext cx="2011680" cy="274320"/>
          </a:xfrm>
          <a:prstGeom prst="rect">
            <a:avLst/>
          </a:prstGeom>
          <a:noFill/>
          <a:ln/>
        </p:spPr>
        <p:txBody>
          <a:bodyPr wrap="square" lIns="0" tIns="0" rIns="0" bIns="0" rtlCol="0" anchor="t"/>
          <a:lstStyle/>
          <a:p>
            <a:pPr marL="0" indent="0" algn="ctr">
              <a:lnSpc>
                <a:spcPct val="115000"/>
              </a:lnSpc>
              <a:buNone/>
            </a:pPr>
            <a:r>
              <a:rPr lang="en-US" sz="1400" b="1" dirty="0">
                <a:solidFill>
                  <a:srgbClr val="1F2328"/>
                </a:solidFill>
                <a:latin typeface="맑은 고딕" pitchFamily="34" charset="0"/>
                <a:ea typeface="맑은 고딕" pitchFamily="34" charset="-122"/>
                <a:cs typeface="맑은 고딕" pitchFamily="34" charset="-120"/>
              </a:rPr>
              <a:t>JWT</a:t>
            </a:r>
            <a:endParaRPr lang="en-US" sz="1400" dirty="0"/>
          </a:p>
        </p:txBody>
      </p:sp>
      <p:sp>
        <p:nvSpPr>
          <p:cNvPr id="40" name="Text 28"/>
          <p:cNvSpPr txBox="1"/>
          <p:nvPr/>
        </p:nvSpPr>
        <p:spPr>
          <a:xfrm>
            <a:off x="7312914" y="3657600"/>
            <a:ext cx="2011680" cy="228600"/>
          </a:xfrm>
          <a:prstGeom prst="rect">
            <a:avLst/>
          </a:prstGeom>
          <a:noFill/>
          <a:ln/>
        </p:spPr>
        <p:txBody>
          <a:bodyPr wrap="square" lIns="0" tIns="0" rIns="0" bIns="0" rtlCol="0" anchor="t"/>
          <a:lstStyle/>
          <a:p>
            <a:pPr marL="0" indent="0" algn="ctr">
              <a:lnSpc>
                <a:spcPct val="115000"/>
              </a:lnSpc>
              <a:buNone/>
            </a:pPr>
            <a:r>
              <a:rPr lang="en-US" sz="1100" dirty="0">
                <a:solidFill>
                  <a:srgbClr val="6B7280"/>
                </a:solidFill>
                <a:latin typeface="맑은 고딕" pitchFamily="34" charset="0"/>
                <a:ea typeface="맑은 고딕" pitchFamily="34" charset="-122"/>
                <a:cs typeface="맑은 고딕" pitchFamily="34" charset="-120"/>
              </a:rPr>
              <a:t>인증</a:t>
            </a:r>
            <a:endParaRPr lang="en-US" sz="1100" dirty="0"/>
          </a:p>
        </p:txBody>
      </p:sp>
      <p:sp>
        <p:nvSpPr>
          <p:cNvPr id="41" name="Text 29"/>
          <p:cNvSpPr txBox="1"/>
          <p:nvPr/>
        </p:nvSpPr>
        <p:spPr>
          <a:xfrm>
            <a:off x="640080" y="4160520"/>
            <a:ext cx="5486400" cy="320040"/>
          </a:xfrm>
          <a:prstGeom prst="rect">
            <a:avLst/>
          </a:prstGeom>
          <a:noFill/>
          <a:ln/>
        </p:spPr>
        <p:txBody>
          <a:bodyPr wrap="square" lIns="0" tIns="0" rIns="0" bIns="0" rtlCol="0" anchor="t"/>
          <a:lstStyle/>
          <a:p>
            <a:pPr marL="0" indent="0" algn="l">
              <a:lnSpc>
                <a:spcPct val="115000"/>
              </a:lnSpc>
              <a:buNone/>
            </a:pPr>
            <a:r>
              <a:rPr lang="en-US" sz="1600" b="1" dirty="0">
                <a:solidFill>
                  <a:srgbClr val="B8562E"/>
                </a:solidFill>
                <a:latin typeface="맑은 고딕" pitchFamily="34" charset="0"/>
                <a:ea typeface="맑은 고딕" pitchFamily="34" charset="-122"/>
                <a:cs typeface="맑은 고딕" pitchFamily="34" charset="-120"/>
              </a:rPr>
              <a:t>왜 이 기술인가</a:t>
            </a:r>
            <a:endParaRPr lang="en-US" sz="1600" dirty="0"/>
          </a:p>
        </p:txBody>
      </p:sp>
      <p:sp>
        <p:nvSpPr>
          <p:cNvPr id="42" name="Shape 30"/>
          <p:cNvSpPr/>
          <p:nvPr/>
        </p:nvSpPr>
        <p:spPr>
          <a:xfrm>
            <a:off x="640080" y="4526280"/>
            <a:ext cx="10908792" cy="0"/>
          </a:xfrm>
          <a:prstGeom prst="line">
            <a:avLst/>
          </a:prstGeom>
          <a:noFill/>
          <a:ln w="9525">
            <a:solidFill>
              <a:srgbClr val="D9DCE0"/>
            </a:solidFill>
            <a:prstDash val="solid"/>
          </a:ln>
        </p:spPr>
      </p:sp>
      <p:sp>
        <p:nvSpPr>
          <p:cNvPr id="43" name="Text 31"/>
          <p:cNvSpPr txBox="1"/>
          <p:nvPr/>
        </p:nvSpPr>
        <p:spPr>
          <a:xfrm>
            <a:off x="640080" y="4572000"/>
            <a:ext cx="3200400" cy="548640"/>
          </a:xfrm>
          <a:prstGeom prst="rect">
            <a:avLst/>
          </a:prstGeom>
          <a:noFill/>
          <a:ln/>
        </p:spPr>
        <p:txBody>
          <a:bodyPr wrap="square" lIns="0" tIns="0" rIns="0" bIns="0" rtlCol="0" anchor="ctr"/>
          <a:lstStyle/>
          <a:p>
            <a:pPr marL="0" indent="0" algn="l">
              <a:lnSpc>
                <a:spcPct val="115000"/>
              </a:lnSpc>
              <a:buNone/>
            </a:pPr>
            <a:r>
              <a:rPr lang="en-US" sz="1400" b="1" dirty="0">
                <a:solidFill>
                  <a:srgbClr val="1F2328"/>
                </a:solidFill>
                <a:latin typeface="맑은 고딕" pitchFamily="34" charset="0"/>
                <a:ea typeface="맑은 고딕" pitchFamily="34" charset="-122"/>
                <a:cs typeface="맑은 고딕" pitchFamily="34" charset="-120"/>
              </a:rPr>
              <a:t>YOLOv8</a:t>
            </a:r>
            <a:endParaRPr lang="en-US" sz="1400" dirty="0"/>
          </a:p>
        </p:txBody>
      </p:sp>
      <p:sp>
        <p:nvSpPr>
          <p:cNvPr id="44" name="Text 32"/>
          <p:cNvSpPr txBox="1"/>
          <p:nvPr/>
        </p:nvSpPr>
        <p:spPr>
          <a:xfrm>
            <a:off x="3931920" y="4572000"/>
            <a:ext cx="7616952" cy="548640"/>
          </a:xfrm>
          <a:prstGeom prst="rect">
            <a:avLst/>
          </a:prstGeom>
          <a:noFill/>
          <a:ln/>
        </p:spPr>
        <p:txBody>
          <a:bodyPr wrap="square" lIns="0" tIns="0" rIns="0" bIns="0" rtlCol="0" anchor="ctr"/>
          <a:lstStyle/>
          <a:p>
            <a:pPr marL="0" indent="0" algn="l">
              <a:lnSpc>
                <a:spcPct val="105000"/>
              </a:lnSpc>
              <a:buNone/>
            </a:pPr>
            <a:r>
              <a:rPr lang="en-US" sz="1400" dirty="0">
                <a:solidFill>
                  <a:srgbClr val="2B2F34"/>
                </a:solidFill>
                <a:latin typeface="맑은 고딕" pitchFamily="34" charset="0"/>
                <a:ea typeface="맑은 고딕" pitchFamily="34" charset="-122"/>
                <a:cs typeface="맑은 고딕" pitchFamily="34" charset="-120"/>
              </a:rPr>
              <a:t>Faster R-CNN과 비교 검토 후, 실시간성과 학습 효율을 고려해 채택</a:t>
            </a:r>
            <a:endParaRPr lang="en-US" sz="1400" dirty="0"/>
          </a:p>
        </p:txBody>
      </p:sp>
      <p:sp>
        <p:nvSpPr>
          <p:cNvPr id="45" name="Shape 33"/>
          <p:cNvSpPr/>
          <p:nvPr/>
        </p:nvSpPr>
        <p:spPr>
          <a:xfrm>
            <a:off x="640080" y="5148072"/>
            <a:ext cx="10908792" cy="0"/>
          </a:xfrm>
          <a:prstGeom prst="line">
            <a:avLst/>
          </a:prstGeom>
          <a:noFill/>
          <a:ln w="9525">
            <a:solidFill>
              <a:srgbClr val="D9DCE0"/>
            </a:solidFill>
            <a:prstDash val="solid"/>
          </a:ln>
        </p:spPr>
      </p:sp>
      <p:sp>
        <p:nvSpPr>
          <p:cNvPr id="46" name="Text 34"/>
          <p:cNvSpPr txBox="1"/>
          <p:nvPr/>
        </p:nvSpPr>
        <p:spPr>
          <a:xfrm>
            <a:off x="640080" y="5193792"/>
            <a:ext cx="3200400" cy="548640"/>
          </a:xfrm>
          <a:prstGeom prst="rect">
            <a:avLst/>
          </a:prstGeom>
          <a:noFill/>
          <a:ln/>
        </p:spPr>
        <p:txBody>
          <a:bodyPr wrap="square" lIns="0" tIns="0" rIns="0" bIns="0" rtlCol="0" anchor="ctr"/>
          <a:lstStyle/>
          <a:p>
            <a:pPr marL="0" indent="0" algn="l">
              <a:lnSpc>
                <a:spcPct val="115000"/>
              </a:lnSpc>
              <a:buNone/>
            </a:pPr>
            <a:r>
              <a:rPr lang="en-US" sz="1400" b="1" dirty="0">
                <a:solidFill>
                  <a:srgbClr val="1F2328"/>
                </a:solidFill>
                <a:latin typeface="맑은 고딕" pitchFamily="34" charset="0"/>
                <a:ea typeface="맑은 고딕" pitchFamily="34" charset="-122"/>
                <a:cs typeface="맑은 고딕" pitchFamily="34" charset="-120"/>
              </a:rPr>
              <a:t>SQLite</a:t>
            </a:r>
            <a:endParaRPr lang="en-US" sz="1400" dirty="0"/>
          </a:p>
        </p:txBody>
      </p:sp>
      <p:sp>
        <p:nvSpPr>
          <p:cNvPr id="47" name="Text 35"/>
          <p:cNvSpPr txBox="1"/>
          <p:nvPr/>
        </p:nvSpPr>
        <p:spPr>
          <a:xfrm>
            <a:off x="3931920" y="5193792"/>
            <a:ext cx="7616952" cy="548640"/>
          </a:xfrm>
          <a:prstGeom prst="rect">
            <a:avLst/>
          </a:prstGeom>
          <a:noFill/>
          <a:ln/>
        </p:spPr>
        <p:txBody>
          <a:bodyPr wrap="square" lIns="0" tIns="0" rIns="0" bIns="0" rtlCol="0" anchor="ctr"/>
          <a:lstStyle/>
          <a:p>
            <a:pPr marL="0" indent="0" algn="l">
              <a:lnSpc>
                <a:spcPct val="105000"/>
              </a:lnSpc>
              <a:buNone/>
            </a:pPr>
            <a:r>
              <a:rPr lang="en-US" sz="1400" dirty="0">
                <a:solidFill>
                  <a:srgbClr val="2B2F34"/>
                </a:solidFill>
                <a:latin typeface="맑은 고딕" pitchFamily="34" charset="0"/>
                <a:ea typeface="맑은 고딕" pitchFamily="34" charset="-122"/>
                <a:cs typeface="맑은 고딕" pitchFamily="34" charset="-120"/>
              </a:rPr>
              <a:t>설계 문서상 PostgreSQL을 명시했지만, 배포 단순화를 우선해 최종 채택</a:t>
            </a:r>
            <a:endParaRPr lang="en-US" sz="1400" dirty="0"/>
          </a:p>
          <a:p>
            <a:pPr marL="0" indent="0" algn="l">
              <a:lnSpc>
                <a:spcPct val="105000"/>
              </a:lnSpc>
              <a:buNone/>
            </a:pPr>
            <a:r>
              <a:rPr lang="en-US" sz="1400" dirty="0">
                <a:solidFill>
                  <a:srgbClr val="2B2F34"/>
                </a:solidFill>
                <a:latin typeface="맑은 고딕" pitchFamily="34" charset="0"/>
                <a:ea typeface="맑은 고딕" pitchFamily="34" charset="-122"/>
                <a:cs typeface="맑은 고딕" pitchFamily="34" charset="-120"/>
              </a:rPr>
              <a:t>(확장성은 향후 과제)</a:t>
            </a:r>
            <a:endParaRPr lang="en-US" sz="1400" dirty="0"/>
          </a:p>
        </p:txBody>
      </p:sp>
      <p:sp>
        <p:nvSpPr>
          <p:cNvPr id="48" name="Shape 36"/>
          <p:cNvSpPr/>
          <p:nvPr/>
        </p:nvSpPr>
        <p:spPr>
          <a:xfrm>
            <a:off x="640080" y="5769864"/>
            <a:ext cx="10908792" cy="0"/>
          </a:xfrm>
          <a:prstGeom prst="line">
            <a:avLst/>
          </a:prstGeom>
          <a:noFill/>
          <a:ln w="9525">
            <a:solidFill>
              <a:srgbClr val="D9DCE0"/>
            </a:solidFill>
            <a:prstDash val="solid"/>
          </a:ln>
        </p:spPr>
      </p:sp>
      <p:sp>
        <p:nvSpPr>
          <p:cNvPr id="49" name="Text 37"/>
          <p:cNvSpPr txBox="1"/>
          <p:nvPr/>
        </p:nvSpPr>
        <p:spPr>
          <a:xfrm>
            <a:off x="640080" y="5815584"/>
            <a:ext cx="3200400" cy="548640"/>
          </a:xfrm>
          <a:prstGeom prst="rect">
            <a:avLst/>
          </a:prstGeom>
          <a:noFill/>
          <a:ln/>
        </p:spPr>
        <p:txBody>
          <a:bodyPr wrap="square" lIns="0" tIns="0" rIns="0" bIns="0" rtlCol="0" anchor="ctr"/>
          <a:lstStyle/>
          <a:p>
            <a:pPr marL="0" indent="0" algn="l">
              <a:lnSpc>
                <a:spcPct val="115000"/>
              </a:lnSpc>
              <a:buNone/>
            </a:pPr>
            <a:r>
              <a:rPr lang="en-US" sz="1400" b="1" dirty="0">
                <a:solidFill>
                  <a:srgbClr val="1F2328"/>
                </a:solidFill>
                <a:latin typeface="맑은 고딕" pitchFamily="34" charset="0"/>
                <a:ea typeface="맑은 고딕" pitchFamily="34" charset="-122"/>
                <a:cs typeface="맑은 고딕" pitchFamily="34" charset="-120"/>
              </a:rPr>
              <a:t>FastAPI BackgroundTasks</a:t>
            </a:r>
            <a:endParaRPr lang="en-US" sz="1400" dirty="0"/>
          </a:p>
        </p:txBody>
      </p:sp>
      <p:sp>
        <p:nvSpPr>
          <p:cNvPr id="50" name="Text 38"/>
          <p:cNvSpPr txBox="1"/>
          <p:nvPr/>
        </p:nvSpPr>
        <p:spPr>
          <a:xfrm>
            <a:off x="3931920" y="5815584"/>
            <a:ext cx="7616952" cy="548640"/>
          </a:xfrm>
          <a:prstGeom prst="rect">
            <a:avLst/>
          </a:prstGeom>
          <a:noFill/>
          <a:ln/>
        </p:spPr>
        <p:txBody>
          <a:bodyPr wrap="square" lIns="0" tIns="0" rIns="0" bIns="0" rtlCol="0" anchor="ctr"/>
          <a:lstStyle/>
          <a:p>
            <a:pPr marL="0" indent="0" algn="l">
              <a:lnSpc>
                <a:spcPct val="105000"/>
              </a:lnSpc>
              <a:buNone/>
            </a:pPr>
            <a:r>
              <a:rPr lang="en-US" sz="1400" dirty="0">
                <a:solidFill>
                  <a:srgbClr val="2B2F34"/>
                </a:solidFill>
                <a:latin typeface="맑은 고딕" pitchFamily="34" charset="0"/>
                <a:ea typeface="맑은 고딕" pitchFamily="34" charset="-122"/>
                <a:cs typeface="맑은 고딕" pitchFamily="34" charset="-120"/>
              </a:rPr>
              <a:t>설계 단계 Celery 비동기 큐 검토 후, 인프라 단순화를 위해 축소 적용</a:t>
            </a:r>
            <a:endParaRPr lang="en-US" sz="1400" dirty="0"/>
          </a:p>
        </p:txBody>
      </p:sp>
      <p:sp>
        <p:nvSpPr>
          <p:cNvPr id="4" name="Slide Number Placeholder 0"/>
          <p:cNvSpPr>
            <a:spLocks noGrp="1"/>
          </p:cNvSpPr>
          <p:nvPr>
            <p:ph type="sldNum" sz="quarter" idx="4294967295"/>
          </p:nvPr>
        </p:nvSpPr>
        <p:spPr>
          <a:xfrm>
            <a:off x="10634472" y="6455664"/>
            <a:ext cx="9144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latin typeface="맑은 고딕"/>
                <a:ea typeface="맑은 고딕"/>
                <a:cs typeface="맑은 고딕"/>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40080" y="402336"/>
            <a:ext cx="8229600" cy="274320"/>
          </a:xfrm>
          <a:prstGeom prst="rect">
            <a:avLst/>
          </a:prstGeom>
          <a:noFill/>
          <a:ln/>
        </p:spPr>
        <p:txBody>
          <a:bodyPr wrap="square" lIns="0" tIns="0" rIns="0" bIns="0" rtlCol="0" anchor="ctr"/>
          <a:lstStyle/>
          <a:p>
            <a:pPr marL="0" indent="0">
              <a:buNone/>
            </a:pPr>
            <a:r>
              <a:rPr lang="en-US" sz="1200" b="1" kern="0" spc="100" dirty="0">
                <a:solidFill>
                  <a:srgbClr val="B8562E"/>
                </a:solidFill>
                <a:latin typeface="맑은 고딕" pitchFamily="34" charset="0"/>
                <a:ea typeface="맑은 고딕" pitchFamily="34" charset="-122"/>
                <a:cs typeface="맑은 고딕" pitchFamily="34" charset="-120"/>
              </a:rPr>
              <a:t>07 · Core Implementation</a:t>
            </a:r>
            <a:endParaRPr lang="en-US" sz="1200" dirty="0"/>
          </a:p>
        </p:txBody>
      </p:sp>
      <p:sp>
        <p:nvSpPr>
          <p:cNvPr id="3" name="Text 0"/>
          <p:cNvSpPr>
            <a:spLocks noGrp="1"/>
          </p:cNvSpPr>
          <p:nvPr>
            <p:ph type="title" idx="100" hasCustomPrompt="1"/>
          </p:nvPr>
        </p:nvSpPr>
        <p:spPr>
          <a:xfrm>
            <a:off x="640080" y="731520"/>
            <a:ext cx="10908792" cy="640080"/>
          </a:xfrm>
          <a:prstGeom prst="rect">
            <a:avLst/>
          </a:prstGeom>
          <a:noFill/>
          <a:ln/>
        </p:spPr>
        <p:txBody>
          <a:bodyPr wrap="square" lIns="0" tIns="0" rIns="0" bIns="0" rtlCol="0" anchor="t"/>
          <a:lstStyle/>
          <a:p>
            <a:pPr marL="0" indent="0" algn="l">
              <a:buNone/>
            </a:pPr>
            <a:r>
              <a:rPr lang="en-US" sz="3000" b="1" dirty="0">
                <a:solidFill>
                  <a:srgbClr val="1F2328"/>
                </a:solidFill>
                <a:latin typeface="맑은 고딕" pitchFamily="34" charset="0"/>
                <a:ea typeface="맑은 고딕" pitchFamily="34" charset="-122"/>
                <a:cs typeface="맑은 고딕" pitchFamily="34" charset="-120"/>
              </a:rPr>
              <a:t>핵심 구현 — AI 균열 자동 탐지</a:t>
            </a:r>
            <a:endParaRPr lang="en-US" sz="3000" dirty="0"/>
          </a:p>
        </p:txBody>
      </p:sp>
      <p:sp>
        <p:nvSpPr>
          <p:cNvPr id="5" name="Shape 2"/>
          <p:cNvSpPr/>
          <p:nvPr/>
        </p:nvSpPr>
        <p:spPr>
          <a:xfrm>
            <a:off x="640080" y="1645920"/>
            <a:ext cx="6355080" cy="2331720"/>
          </a:xfrm>
          <a:prstGeom prst="rect">
            <a:avLst/>
          </a:prstGeom>
          <a:solidFill>
            <a:srgbClr val="1C1C1E"/>
          </a:solidFill>
          <a:ln/>
        </p:spPr>
      </p:sp>
      <p:sp>
        <p:nvSpPr>
          <p:cNvPr id="6" name="Text 3"/>
          <p:cNvSpPr txBox="1"/>
          <p:nvPr/>
        </p:nvSpPr>
        <p:spPr>
          <a:xfrm>
            <a:off x="822960" y="1783080"/>
            <a:ext cx="5989320" cy="2103120"/>
          </a:xfrm>
          <a:prstGeom prst="rect">
            <a:avLst/>
          </a:prstGeom>
          <a:noFill/>
          <a:ln/>
        </p:spPr>
        <p:txBody>
          <a:bodyPr wrap="square" lIns="0" tIns="0" rIns="0" bIns="0" rtlCol="0" anchor="t"/>
          <a:lstStyle/>
          <a:p>
            <a:pPr marL="0" indent="0">
              <a:lnSpc>
                <a:spcPct val="105000"/>
              </a:lnSpc>
              <a:buNone/>
            </a:pPr>
            <a:r>
              <a:rPr lang="en-US" sz="1200" dirty="0">
                <a:solidFill>
                  <a:srgbClr val="E6E8EB"/>
                </a:solidFill>
                <a:latin typeface="Courier New" pitchFamily="34" charset="0"/>
                <a:ea typeface="Courier New" pitchFamily="34" charset="-122"/>
                <a:cs typeface="Courier New" pitchFamily="34" charset="-120"/>
              </a:rPr>
              <a:t>def run_detection(image_bytes, filename):</a:t>
            </a:r>
            <a:endParaRPr lang="en-US" sz="1200" dirty="0"/>
          </a:p>
          <a:p>
            <a:pPr marL="0" indent="0">
              <a:lnSpc>
                <a:spcPct val="105000"/>
              </a:lnSpc>
              <a:buNone/>
            </a:pPr>
            <a:r>
              <a:rPr lang="en-US" sz="1200" dirty="0">
                <a:solidFill>
                  <a:srgbClr val="E6E8EB"/>
                </a:solidFill>
                <a:latin typeface="Courier New" pitchFamily="34" charset="0"/>
                <a:ea typeface="Courier New" pitchFamily="34" charset="-122"/>
                <a:cs typeface="Courier New" pitchFamily="34" charset="-120"/>
              </a:rPr>
              <a:t>    img = decode(image_bytes)               </a:t>
            </a:r>
            <a:r>
              <a:rPr lang="en-US" sz="1200" dirty="0">
                <a:solidFill>
                  <a:srgbClr val="8B939C"/>
                </a:solidFill>
                <a:latin typeface="Courier New" pitchFamily="34" charset="0"/>
                <a:ea typeface="Courier New" pitchFamily="34" charset="-122"/>
                <a:cs typeface="Courier New" pitchFamily="34" charset="-120"/>
              </a:rPr>
              <a:t># RGB -&gt; BGR</a:t>
            </a:r>
            <a:endParaRPr lang="en-US" sz="1200" dirty="0"/>
          </a:p>
          <a:p>
            <a:pPr marL="0" indent="0">
              <a:lnSpc>
                <a:spcPct val="105000"/>
              </a:lnSpc>
              <a:buNone/>
            </a:pPr>
            <a:r>
              <a:rPr lang="en-US" sz="1200" dirty="0">
                <a:solidFill>
                  <a:srgbClr val="E6E8EB"/>
                </a:solidFill>
                <a:latin typeface="Courier New" pitchFamily="34" charset="0"/>
                <a:ea typeface="Courier New" pitchFamily="34" charset="-122"/>
                <a:cs typeface="Courier New" pitchFamily="34" charset="-120"/>
              </a:rPr>
              <a:t>    model = get_model()                     </a:t>
            </a:r>
            <a:r>
              <a:rPr lang="en-US" sz="1200" dirty="0">
                <a:solidFill>
                  <a:srgbClr val="8B939C"/>
                </a:solidFill>
                <a:latin typeface="Courier New" pitchFamily="34" charset="0"/>
                <a:ea typeface="Courier New" pitchFamily="34" charset="-122"/>
                <a:cs typeface="Courier New" pitchFamily="34" charset="-120"/>
              </a:rPr>
              <a:t># YOLOv8</a:t>
            </a:r>
            <a:endParaRPr lang="en-US" sz="1200" dirty="0"/>
          </a:p>
          <a:p>
            <a:pPr marL="0" indent="0">
              <a:lnSpc>
                <a:spcPct val="105000"/>
              </a:lnSpc>
              <a:buNone/>
            </a:pPr>
            <a:r>
              <a:rPr lang="en-US" sz="1200" dirty="0">
                <a:solidFill>
                  <a:srgbClr val="E6E8EB"/>
                </a:solidFill>
                <a:latin typeface="Courier New" pitchFamily="34" charset="0"/>
                <a:ea typeface="Courier New" pitchFamily="34" charset="-122"/>
                <a:cs typeface="Courier New" pitchFamily="34" charset="-120"/>
              </a:rPr>
              <a:t>    results = model(img)[0]</a:t>
            </a:r>
            <a:endParaRPr lang="en-US" sz="1200" dirty="0"/>
          </a:p>
          <a:p>
            <a:pPr marL="0" indent="0">
              <a:lnSpc>
                <a:spcPct val="105000"/>
              </a:lnSpc>
              <a:buNone/>
            </a:pPr>
            <a:r>
              <a:rPr lang="en-US" sz="1200" dirty="0">
                <a:solidFill>
                  <a:srgbClr val="E6E8EB"/>
                </a:solidFill>
                <a:latin typeface="Courier New" pitchFamily="34" charset="0"/>
                <a:ea typeface="Courier New" pitchFamily="34" charset="-122"/>
                <a:cs typeface="Courier New" pitchFamily="34" charset="-120"/>
              </a:rPr>
              <a:t>    for box in results.boxes:</a:t>
            </a:r>
            <a:endParaRPr lang="en-US" sz="1200" dirty="0"/>
          </a:p>
          <a:p>
            <a:pPr marL="0" indent="0">
              <a:lnSpc>
                <a:spcPct val="105000"/>
              </a:lnSpc>
              <a:buNone/>
            </a:pPr>
            <a:r>
              <a:rPr lang="en-US" sz="1200" dirty="0">
                <a:solidFill>
                  <a:srgbClr val="E6E8EB"/>
                </a:solidFill>
                <a:latin typeface="Courier New" pitchFamily="34" charset="0"/>
                <a:ea typeface="Courier New" pitchFamily="34" charset="-122"/>
                <a:cs typeface="Courier New" pitchFamily="34" charset="-120"/>
              </a:rPr>
              <a:t>        conf = float(box.conf[0])</a:t>
            </a:r>
            <a:endParaRPr lang="en-US" sz="1200" dirty="0"/>
          </a:p>
          <a:p>
            <a:pPr marL="0" indent="0">
              <a:lnSpc>
                <a:spcPct val="105000"/>
              </a:lnSpc>
              <a:buNone/>
            </a:pPr>
            <a:r>
              <a:rPr lang="en-US" sz="1200" dirty="0">
                <a:solidFill>
                  <a:srgbClr val="E6E8EB"/>
                </a:solidFill>
                <a:latin typeface="Courier New" pitchFamily="34" charset="0"/>
                <a:ea typeface="Courier New" pitchFamily="34" charset="-122"/>
                <a:cs typeface="Courier New" pitchFamily="34" charset="-120"/>
              </a:rPr>
              <a:t>        severity = _confidence_to_severity(conf)</a:t>
            </a:r>
            <a:endParaRPr lang="en-US" sz="1200" dirty="0"/>
          </a:p>
          <a:p>
            <a:pPr marL="0" indent="0">
              <a:lnSpc>
                <a:spcPct val="105000"/>
              </a:lnSpc>
              <a:buNone/>
            </a:pPr>
            <a:r>
              <a:rPr lang="en-US" sz="1200" dirty="0">
                <a:solidFill>
                  <a:srgbClr val="E6E8EB"/>
                </a:solidFill>
                <a:latin typeface="Courier New" pitchFamily="34" charset="0"/>
                <a:ea typeface="Courier New" pitchFamily="34" charset="-122"/>
                <a:cs typeface="Courier New" pitchFamily="34" charset="-120"/>
              </a:rPr>
              <a:t>        width_mm = min(w, h) * 0.1          </a:t>
            </a:r>
            <a:r>
              <a:rPr lang="en-US" sz="1200" dirty="0">
                <a:solidFill>
                  <a:srgbClr val="8B939C"/>
                </a:solidFill>
                <a:latin typeface="Courier New" pitchFamily="34" charset="0"/>
                <a:ea typeface="Courier New" pitchFamily="34" charset="-122"/>
                <a:cs typeface="Courier New" pitchFamily="34" charset="-120"/>
              </a:rPr>
              <a:t># px -&gt; mm</a:t>
            </a:r>
            <a:endParaRPr lang="en-US" sz="1200" dirty="0"/>
          </a:p>
          <a:p>
            <a:pPr marL="0" indent="0">
              <a:lnSpc>
                <a:spcPct val="105000"/>
              </a:lnSpc>
              <a:buNone/>
            </a:pPr>
            <a:r>
              <a:rPr lang="en-US" sz="1200" dirty="0">
                <a:solidFill>
                  <a:srgbClr val="E6E8EB"/>
                </a:solidFill>
                <a:latin typeface="Courier New" pitchFamily="34" charset="0"/>
                <a:ea typeface="Courier New" pitchFamily="34" charset="-122"/>
                <a:cs typeface="Courier New" pitchFamily="34" charset="-120"/>
              </a:rPr>
              <a:t>    annotated = results.plot()</a:t>
            </a:r>
            <a:endParaRPr lang="en-US" sz="1200" dirty="0"/>
          </a:p>
          <a:p>
            <a:pPr marL="0" indent="0">
              <a:lnSpc>
                <a:spcPct val="105000"/>
              </a:lnSpc>
              <a:buNone/>
            </a:pPr>
            <a:r>
              <a:rPr lang="en-US" sz="1200" dirty="0">
                <a:solidFill>
                  <a:srgbClr val="E6E8EB"/>
                </a:solidFill>
                <a:latin typeface="Courier New" pitchFamily="34" charset="0"/>
                <a:ea typeface="Courier New" pitchFamily="34" charset="-122"/>
                <a:cs typeface="Courier New" pitchFamily="34" charset="-120"/>
              </a:rPr>
              <a:t>    return {'detections': ..., 'count': ...}</a:t>
            </a:r>
            <a:endParaRPr lang="en-US" sz="1200" dirty="0"/>
          </a:p>
        </p:txBody>
      </p:sp>
      <p:sp>
        <p:nvSpPr>
          <p:cNvPr id="7" name="Text 4"/>
          <p:cNvSpPr txBox="1"/>
          <p:nvPr/>
        </p:nvSpPr>
        <p:spPr>
          <a:xfrm>
            <a:off x="640080" y="4023360"/>
            <a:ext cx="6355080" cy="274320"/>
          </a:xfrm>
          <a:prstGeom prst="rect">
            <a:avLst/>
          </a:prstGeom>
          <a:noFill/>
          <a:ln/>
        </p:spPr>
        <p:txBody>
          <a:bodyPr wrap="square" lIns="0" tIns="0" rIns="0" bIns="0" rtlCol="0" anchor="t"/>
          <a:lstStyle/>
          <a:p>
            <a:pPr marL="0" indent="0" algn="l">
              <a:lnSpc>
                <a:spcPct val="115000"/>
              </a:lnSpc>
              <a:buNone/>
            </a:pPr>
            <a:r>
              <a:rPr lang="en-US" sz="1100" dirty="0">
                <a:solidFill>
                  <a:srgbClr val="6B7280"/>
                </a:solidFill>
                <a:latin typeface="맑은 고딕" pitchFamily="34" charset="0"/>
                <a:ea typeface="맑은 고딕" pitchFamily="34" charset="-122"/>
                <a:cs typeface="맑은 고딕" pitchFamily="34" charset="-120"/>
              </a:rPr>
              <a:t>코드 1. run_detection() 발췌</a:t>
            </a:r>
            <a:endParaRPr lang="en-US" sz="1100" dirty="0"/>
          </a:p>
        </p:txBody>
      </p:sp>
      <p:sp>
        <p:nvSpPr>
          <p:cNvPr id="8" name="Shape 5"/>
          <p:cNvSpPr/>
          <p:nvPr/>
        </p:nvSpPr>
        <p:spPr>
          <a:xfrm>
            <a:off x="658368" y="4410951"/>
            <a:ext cx="68580" cy="68580"/>
          </a:xfrm>
          <a:prstGeom prst="ellipse">
            <a:avLst/>
          </a:prstGeom>
          <a:solidFill>
            <a:srgbClr val="4B5563"/>
          </a:solidFill>
          <a:ln/>
        </p:spPr>
      </p:sp>
      <p:sp>
        <p:nvSpPr>
          <p:cNvPr id="9" name="Text 6"/>
          <p:cNvSpPr txBox="1"/>
          <p:nvPr/>
        </p:nvSpPr>
        <p:spPr>
          <a:xfrm>
            <a:off x="868680" y="4315968"/>
            <a:ext cx="6126480" cy="533552"/>
          </a:xfrm>
          <a:prstGeom prst="rect">
            <a:avLst/>
          </a:prstGeom>
          <a:noFill/>
          <a:ln/>
        </p:spPr>
        <p:txBody>
          <a:bodyPr wrap="square" lIns="0" tIns="0" rIns="0" bIns="0" rtlCol="0" anchor="t"/>
          <a:lstStyle/>
          <a:p>
            <a:pPr marL="0" indent="0">
              <a:lnSpc>
                <a:spcPct val="105000"/>
              </a:lnSpc>
              <a:buNone/>
            </a:pPr>
            <a:r>
              <a:rPr lang="en-US" sz="1400" dirty="0">
                <a:solidFill>
                  <a:srgbClr val="2B2F34"/>
                </a:solidFill>
                <a:latin typeface="맑은 고딕" pitchFamily="34" charset="0"/>
                <a:ea typeface="맑은 고딕" pitchFamily="34" charset="-122"/>
                <a:cs typeface="맑은 고딕" pitchFamily="34" charset="-120"/>
              </a:rPr>
              <a:t>YOLOv8n을 Roboflow 균열 데이터셋</a:t>
            </a:r>
            <a:endParaRPr lang="en-US" sz="1400" dirty="0"/>
          </a:p>
          <a:p>
            <a:pPr marL="0" indent="0">
              <a:lnSpc>
                <a:spcPct val="105000"/>
              </a:lnSpc>
              <a:buNone/>
            </a:pPr>
            <a:r>
              <a:rPr lang="en-US" sz="1400" dirty="0">
                <a:solidFill>
                  <a:srgbClr val="2B2F34"/>
                </a:solidFill>
                <a:latin typeface="맑은 고딕" pitchFamily="34" charset="0"/>
                <a:ea typeface="맑은 고딕" pitchFamily="34" charset="-122"/>
                <a:cs typeface="맑은 고딕" pitchFamily="34" charset="-120"/>
              </a:rPr>
              <a:t>(1,350장)으로 전이학습</a:t>
            </a:r>
            <a:endParaRPr lang="en-US" sz="1400" dirty="0"/>
          </a:p>
        </p:txBody>
      </p:sp>
      <p:sp>
        <p:nvSpPr>
          <p:cNvPr id="10" name="Shape 7"/>
          <p:cNvSpPr/>
          <p:nvPr/>
        </p:nvSpPr>
        <p:spPr>
          <a:xfrm>
            <a:off x="658368" y="5002416"/>
            <a:ext cx="68580" cy="68580"/>
          </a:xfrm>
          <a:prstGeom prst="ellipse">
            <a:avLst/>
          </a:prstGeom>
          <a:solidFill>
            <a:srgbClr val="4B5563"/>
          </a:solidFill>
          <a:ln/>
        </p:spPr>
      </p:sp>
      <p:sp>
        <p:nvSpPr>
          <p:cNvPr id="11" name="Text 8"/>
          <p:cNvSpPr txBox="1"/>
          <p:nvPr/>
        </p:nvSpPr>
        <p:spPr>
          <a:xfrm>
            <a:off x="868680" y="4907432"/>
            <a:ext cx="6126480" cy="275920"/>
          </a:xfrm>
          <a:prstGeom prst="rect">
            <a:avLst/>
          </a:prstGeom>
          <a:noFill/>
          <a:ln/>
        </p:spPr>
        <p:txBody>
          <a:bodyPr wrap="square" lIns="0" tIns="0" rIns="0" bIns="0" rtlCol="0" anchor="t"/>
          <a:lstStyle/>
          <a:p>
            <a:pPr marL="0" indent="0">
              <a:lnSpc>
                <a:spcPct val="105000"/>
              </a:lnSpc>
              <a:buNone/>
            </a:pPr>
            <a:r>
              <a:rPr lang="en-US" sz="1400" dirty="0">
                <a:solidFill>
                  <a:srgbClr val="2B2F34"/>
                </a:solidFill>
                <a:latin typeface="맑은 고딕" pitchFamily="34" charset="0"/>
                <a:ea typeface="맑은 고딕" pitchFamily="34" charset="-122"/>
                <a:cs typeface="맑은 고딕" pitchFamily="34" charset="-120"/>
              </a:rPr>
              <a:t>mAP50 0.86 / CPU 기준 평균 50ms/장</a:t>
            </a:r>
            <a:endParaRPr lang="en-US" sz="1400" dirty="0"/>
          </a:p>
        </p:txBody>
      </p:sp>
      <p:sp>
        <p:nvSpPr>
          <p:cNvPr id="12" name="Shape 9"/>
          <p:cNvSpPr/>
          <p:nvPr/>
        </p:nvSpPr>
        <p:spPr>
          <a:xfrm>
            <a:off x="658368" y="5336248"/>
            <a:ext cx="68580" cy="68580"/>
          </a:xfrm>
          <a:prstGeom prst="ellipse">
            <a:avLst/>
          </a:prstGeom>
          <a:solidFill>
            <a:srgbClr val="4B5563"/>
          </a:solidFill>
          <a:ln/>
        </p:spPr>
      </p:sp>
      <p:sp>
        <p:nvSpPr>
          <p:cNvPr id="13" name="Text 10"/>
          <p:cNvSpPr txBox="1"/>
          <p:nvPr/>
        </p:nvSpPr>
        <p:spPr>
          <a:xfrm>
            <a:off x="868680" y="5241265"/>
            <a:ext cx="6126480" cy="533552"/>
          </a:xfrm>
          <a:prstGeom prst="rect">
            <a:avLst/>
          </a:prstGeom>
          <a:noFill/>
          <a:ln/>
        </p:spPr>
        <p:txBody>
          <a:bodyPr wrap="square" lIns="0" tIns="0" rIns="0" bIns="0" rtlCol="0" anchor="t"/>
          <a:lstStyle/>
          <a:p>
            <a:pPr marL="0" indent="0">
              <a:lnSpc>
                <a:spcPct val="105000"/>
              </a:lnSpc>
              <a:buNone/>
            </a:pPr>
            <a:r>
              <a:rPr lang="en-US" sz="1400" dirty="0">
                <a:solidFill>
                  <a:srgbClr val="2B2F34"/>
                </a:solidFill>
                <a:latin typeface="맑은 고딕" pitchFamily="34" charset="0"/>
                <a:ea typeface="맑은 고딕" pitchFamily="34" charset="-122"/>
                <a:cs typeface="맑은 고딕" pitchFamily="34" charset="-120"/>
              </a:rPr>
              <a:t>confidence 기준 critical · high ·</a:t>
            </a:r>
            <a:endParaRPr lang="en-US" sz="1400" dirty="0"/>
          </a:p>
          <a:p>
            <a:pPr marL="0" indent="0">
              <a:lnSpc>
                <a:spcPct val="105000"/>
              </a:lnSpc>
              <a:buNone/>
            </a:pPr>
            <a:r>
              <a:rPr lang="en-US" sz="1400" dirty="0">
                <a:solidFill>
                  <a:srgbClr val="2B2F34"/>
                </a:solidFill>
                <a:latin typeface="맑은 고딕" pitchFamily="34" charset="0"/>
                <a:ea typeface="맑은 고딕" pitchFamily="34" charset="-122"/>
                <a:cs typeface="맑은 고딕" pitchFamily="34" charset="-120"/>
              </a:rPr>
              <a:t>medium · low 4단계 심각도 분류</a:t>
            </a:r>
            <a:endParaRPr lang="en-US" sz="1400" dirty="0"/>
          </a:p>
        </p:txBody>
      </p:sp>
      <p:sp>
        <p:nvSpPr>
          <p:cNvPr id="14" name="Text 11"/>
          <p:cNvSpPr txBox="1"/>
          <p:nvPr/>
        </p:nvSpPr>
        <p:spPr>
          <a:xfrm>
            <a:off x="640080" y="5897880"/>
            <a:ext cx="6355080" cy="475488"/>
          </a:xfrm>
          <a:prstGeom prst="rect">
            <a:avLst/>
          </a:prstGeom>
          <a:noFill/>
          <a:ln/>
        </p:spPr>
        <p:txBody>
          <a:bodyPr wrap="square" lIns="0" tIns="0" rIns="0" bIns="0" rtlCol="0" anchor="t"/>
          <a:lstStyle/>
          <a:p>
            <a:pPr marL="0" indent="0" algn="l">
              <a:lnSpc>
                <a:spcPct val="110000"/>
              </a:lnSpc>
              <a:buNone/>
            </a:pPr>
            <a:r>
              <a:rPr lang="en-US" sz="1200" dirty="0">
                <a:solidFill>
                  <a:srgbClr val="6B7280"/>
                </a:solidFill>
                <a:latin typeface="맑은 고딕" pitchFamily="34" charset="0"/>
                <a:ea typeface="맑은 고딕" pitchFamily="34" charset="-122"/>
                <a:cs typeface="맑은 고딕" pitchFamily="34" charset="-120"/>
              </a:rPr>
              <a:t>※ 균열 폭(mm)은 바운딩박스 단축 × 0.1mm/px 고정 계수로 근사한 값</a:t>
            </a:r>
            <a:endParaRPr lang="en-US" sz="1200" dirty="0"/>
          </a:p>
          <a:p>
            <a:pPr marL="0" indent="0" algn="l">
              <a:lnSpc>
                <a:spcPct val="110000"/>
              </a:lnSpc>
              <a:buNone/>
            </a:pPr>
            <a:r>
              <a:rPr lang="en-US" sz="1200" dirty="0">
                <a:solidFill>
                  <a:srgbClr val="6B7280"/>
                </a:solidFill>
                <a:latin typeface="맑은 고딕" pitchFamily="34" charset="0"/>
                <a:ea typeface="맑은 고딕" pitchFamily="34" charset="-122"/>
                <a:cs typeface="맑은 고딕" pitchFamily="34" charset="-120"/>
              </a:rPr>
              <a:t>(카메라 캘리브레이션은 향후 과제)</a:t>
            </a:r>
            <a:endParaRPr lang="en-US" sz="1200" dirty="0"/>
          </a:p>
        </p:txBody>
      </p:sp>
      <p:pic>
        <p:nvPicPr>
          <p:cNvPr id="15" name="Image 0" descr="AI 균열 탐지 결과 화면"/>
          <p:cNvPicPr>
            <a:picLocks noChangeAspect="1"/>
          </p:cNvPicPr>
          <p:nvPr/>
        </p:nvPicPr>
        <p:blipFill>
          <a:blip r:embed="rId3"/>
          <a:stretch>
            <a:fillRect/>
          </a:stretch>
        </p:blipFill>
        <p:spPr>
          <a:xfrm>
            <a:off x="8124882" y="1645920"/>
            <a:ext cx="2614307" cy="4206240"/>
          </a:xfrm>
          <a:prstGeom prst="rect">
            <a:avLst/>
          </a:prstGeom>
        </p:spPr>
      </p:pic>
      <p:sp>
        <p:nvSpPr>
          <p:cNvPr id="16" name="Text 12"/>
          <p:cNvSpPr txBox="1"/>
          <p:nvPr/>
        </p:nvSpPr>
        <p:spPr>
          <a:xfrm>
            <a:off x="7315200" y="5943600"/>
            <a:ext cx="4233672" cy="274320"/>
          </a:xfrm>
          <a:prstGeom prst="rect">
            <a:avLst/>
          </a:prstGeom>
          <a:noFill/>
          <a:ln/>
        </p:spPr>
        <p:txBody>
          <a:bodyPr wrap="square" lIns="0" tIns="0" rIns="0" bIns="0" rtlCol="0" anchor="t"/>
          <a:lstStyle/>
          <a:p>
            <a:pPr marL="0" indent="0" algn="ctr">
              <a:lnSpc>
                <a:spcPct val="115000"/>
              </a:lnSpc>
              <a:buNone/>
            </a:pPr>
            <a:r>
              <a:rPr lang="en-US" sz="1100" dirty="0">
                <a:solidFill>
                  <a:srgbClr val="6B7280"/>
                </a:solidFill>
                <a:latin typeface="맑은 고딕" pitchFamily="34" charset="0"/>
                <a:ea typeface="맑은 고딕" pitchFamily="34" charset="-122"/>
                <a:cs typeface="맑은 고딕" pitchFamily="34" charset="-120"/>
              </a:rPr>
              <a:t>그림 5. AI 균열 탐지 결과 화면</a:t>
            </a:r>
            <a:endParaRPr lang="en-US" sz="1100" dirty="0"/>
          </a:p>
        </p:txBody>
      </p:sp>
      <p:sp>
        <p:nvSpPr>
          <p:cNvPr id="25" name="Slide Number Placeholder 0"/>
          <p:cNvSpPr>
            <a:spLocks noGrp="1"/>
          </p:cNvSpPr>
          <p:nvPr>
            <p:ph type="sldNum" sz="quarter" idx="4294967295"/>
          </p:nvPr>
        </p:nvSpPr>
        <p:spPr>
          <a:xfrm>
            <a:off x="10634472" y="6455664"/>
            <a:ext cx="9144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latin typeface="맑은 고딕"/>
                <a:ea typeface="맑은 고딕"/>
                <a:cs typeface="맑은 고딕"/>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640080" y="402336"/>
            <a:ext cx="8229600" cy="274320"/>
          </a:xfrm>
          <a:prstGeom prst="rect">
            <a:avLst/>
          </a:prstGeom>
          <a:noFill/>
          <a:ln/>
        </p:spPr>
        <p:txBody>
          <a:bodyPr wrap="square" lIns="0" tIns="0" rIns="0" bIns="0" rtlCol="0" anchor="ctr"/>
          <a:lstStyle/>
          <a:p>
            <a:pPr marL="0" indent="0">
              <a:buNone/>
            </a:pPr>
            <a:r>
              <a:rPr lang="en-US" sz="1200" b="1" kern="0" spc="100" dirty="0">
                <a:solidFill>
                  <a:srgbClr val="B8562E"/>
                </a:solidFill>
                <a:latin typeface="맑은 고딕" pitchFamily="34" charset="0"/>
                <a:ea typeface="맑은 고딕" pitchFamily="34" charset="-122"/>
                <a:cs typeface="맑은 고딕" pitchFamily="34" charset="-120"/>
              </a:rPr>
              <a:t>07 · Core Implementation</a:t>
            </a:r>
            <a:endParaRPr lang="en-US" sz="1200" dirty="0"/>
          </a:p>
        </p:txBody>
      </p:sp>
      <p:sp>
        <p:nvSpPr>
          <p:cNvPr id="3" name="Text 0"/>
          <p:cNvSpPr>
            <a:spLocks noGrp="1"/>
          </p:cNvSpPr>
          <p:nvPr>
            <p:ph type="title" idx="100" hasCustomPrompt="1"/>
          </p:nvPr>
        </p:nvSpPr>
        <p:spPr>
          <a:xfrm>
            <a:off x="640080" y="731520"/>
            <a:ext cx="10908792" cy="640080"/>
          </a:xfrm>
          <a:prstGeom prst="rect">
            <a:avLst/>
          </a:prstGeom>
          <a:noFill/>
          <a:ln/>
        </p:spPr>
        <p:txBody>
          <a:bodyPr wrap="square" lIns="0" tIns="0" rIns="0" bIns="0" rtlCol="0" anchor="t"/>
          <a:lstStyle/>
          <a:p>
            <a:pPr marL="0" indent="0" algn="l">
              <a:buNone/>
            </a:pPr>
            <a:r>
              <a:rPr lang="en-US" sz="3000" b="1" dirty="0">
                <a:solidFill>
                  <a:srgbClr val="1F2328"/>
                </a:solidFill>
                <a:latin typeface="맑은 고딕" pitchFamily="34" charset="0"/>
                <a:ea typeface="맑은 고딕" pitchFamily="34" charset="-122"/>
                <a:cs typeface="맑은 고딕" pitchFamily="34" charset="-120"/>
              </a:rPr>
              <a:t>핵심 구현 — 안전등급 산정 &amp; 보고서 생성</a:t>
            </a:r>
            <a:endParaRPr lang="en-US" sz="3000" dirty="0"/>
          </a:p>
        </p:txBody>
      </p:sp>
      <p:sp>
        <p:nvSpPr>
          <p:cNvPr id="5" name="Text 2"/>
          <p:cNvSpPr txBox="1"/>
          <p:nvPr/>
        </p:nvSpPr>
        <p:spPr>
          <a:xfrm>
            <a:off x="640080" y="1645920"/>
            <a:ext cx="4114800" cy="274320"/>
          </a:xfrm>
          <a:prstGeom prst="rect">
            <a:avLst/>
          </a:prstGeom>
          <a:noFill/>
          <a:ln/>
        </p:spPr>
        <p:txBody>
          <a:bodyPr wrap="square" lIns="0" tIns="0" rIns="0" bIns="0" rtlCol="0" anchor="t"/>
          <a:lstStyle/>
          <a:p>
            <a:pPr marL="0" indent="0" algn="l">
              <a:lnSpc>
                <a:spcPct val="115000"/>
              </a:lnSpc>
              <a:buNone/>
            </a:pPr>
            <a:r>
              <a:rPr lang="en-US" sz="1400" b="1" dirty="0">
                <a:solidFill>
                  <a:srgbClr val="B8562E"/>
                </a:solidFill>
                <a:latin typeface="맑은 고딕" pitchFamily="34" charset="0"/>
                <a:ea typeface="맑은 고딕" pitchFamily="34" charset="-122"/>
                <a:cs typeface="맑은 고딕" pitchFamily="34" charset="-120"/>
              </a:rPr>
              <a:t>안전등급 판정 기준</a:t>
            </a:r>
            <a:endParaRPr lang="en-US" sz="1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0080" y="2011680"/>
          <a:ext cx="4206240" cy="2724912"/>
        </p:xfrm>
        <a:graphic>
          <a:graphicData uri="http://schemas.openxmlformats.org/drawingml/2006/table">
            <a:tbl>
              <a:tblPr/>
              <a:tblGrid>
                <a:gridCol w="6858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2148840">
                  <a:extLst>
                    <a:ext uri="{9D8B030D-6E8A-4147-A177-3AD203B41FA5}">
                      <a16:colId xmlns:a16="http://schemas.microsoft.com/office/drawing/2014/main" val="20002"/>
                    </a:ext>
                  </a:extLst>
                </a:gridCol>
              </a:tblGrid>
              <a:tr h="438912">
                <a:tc>
                  <a:txBody>
                    <a:bodyPr/>
                    <a:lstStyle/>
                    <a:p>
                      <a:pPr marL="0" indent="0" algn="l">
                        <a:buNone/>
                      </a:pPr>
                      <a:r>
                        <a:rPr lang="en-US" sz="1400" b="1" dirty="0">
                          <a:solidFill>
                            <a:srgbClr val="FFFFFF"/>
                          </a:solidFill>
                          <a:latin typeface="맑은 고딕" pitchFamily="34" charset="0"/>
                          <a:ea typeface="맑은 고딕" pitchFamily="34" charset="-122"/>
                          <a:cs typeface="맑은 고딕" pitchFamily="34" charset="-120"/>
                        </a:rPr>
                        <a:t>등급</a:t>
                      </a:r>
                      <a:endParaRPr lang="en-US" sz="1400" dirty="0">
                        <a:latin typeface="맑은 고딕" charset="0"/>
                        <a:ea typeface="맑은 고딕" charset="0"/>
                        <a:cs typeface="맑은 고딕" charset="0"/>
                      </a:endParaRPr>
                    </a:p>
                  </a:txBody>
                  <a:tcPr marL="109728" marR="109728" anchor="ctr">
                    <a:lnL w="9525" cap="flat" cmpd="sng" algn="ctr">
                      <a:solidFill>
                        <a:srgbClr val="D9DCE0"/>
                      </a:solidFill>
                      <a:prstDash val="solid"/>
                      <a:round/>
                      <a:headEnd type="none" w="med" len="med"/>
                      <a:tailEnd type="none" w="med" len="med"/>
                    </a:lnL>
                    <a:lnR w="9525" cap="flat" cmpd="sng" algn="ctr">
                      <a:solidFill>
                        <a:srgbClr val="D9DCE0"/>
                      </a:solidFill>
                      <a:prstDash val="solid"/>
                      <a:round/>
                      <a:headEnd type="none" w="med" len="med"/>
                      <a:tailEnd type="none" w="med" len="med"/>
                    </a:lnR>
                    <a:lnT w="9525" cap="flat" cmpd="sng" algn="ctr">
                      <a:solidFill>
                        <a:srgbClr val="D9DCE0"/>
                      </a:solidFill>
                      <a:prstDash val="solid"/>
                      <a:round/>
                      <a:headEnd type="none" w="med" len="med"/>
                      <a:tailEnd type="none" w="med" len="med"/>
                    </a:lnT>
                    <a:lnB w="9525" cap="flat" cmpd="sng" algn="ctr">
                      <a:solidFill>
                        <a:srgbClr val="D9DCE0"/>
                      </a:solidFill>
                      <a:prstDash val="solid"/>
                      <a:round/>
                      <a:headEnd type="none" w="med" len="med"/>
                      <a:tailEnd type="none" w="med" len="med"/>
                    </a:lnB>
                    <a:solidFill>
                      <a:srgbClr val="2B2F34"/>
                    </a:solidFill>
                  </a:tcPr>
                </a:tc>
                <a:tc>
                  <a:txBody>
                    <a:bodyPr/>
                    <a:lstStyle/>
                    <a:p>
                      <a:pPr marL="0" indent="0" algn="l">
                        <a:buNone/>
                      </a:pPr>
                      <a:r>
                        <a:rPr lang="en-US" sz="1400" b="1" dirty="0">
                          <a:solidFill>
                            <a:srgbClr val="FFFFFF"/>
                          </a:solidFill>
                          <a:latin typeface="맑은 고딕" pitchFamily="34" charset="0"/>
                          <a:ea typeface="맑은 고딕" pitchFamily="34" charset="-122"/>
                          <a:cs typeface="맑은 고딕" pitchFamily="34" charset="-120"/>
                        </a:rPr>
                        <a:t>최대 균열 폭</a:t>
                      </a:r>
                      <a:endParaRPr lang="en-US" sz="1400" dirty="0">
                        <a:latin typeface="맑은 고딕" charset="0"/>
                        <a:ea typeface="맑은 고딕" charset="0"/>
                        <a:cs typeface="맑은 고딕" charset="0"/>
                      </a:endParaRPr>
                    </a:p>
                  </a:txBody>
                  <a:tcPr marL="109728" marR="109728" anchor="ctr">
                    <a:lnL w="9525" cap="flat" cmpd="sng" algn="ctr">
                      <a:solidFill>
                        <a:srgbClr val="D9DCE0"/>
                      </a:solidFill>
                      <a:prstDash val="solid"/>
                      <a:round/>
                      <a:headEnd type="none" w="med" len="med"/>
                      <a:tailEnd type="none" w="med" len="med"/>
                    </a:lnL>
                    <a:lnR w="9525" cap="flat" cmpd="sng" algn="ctr">
                      <a:solidFill>
                        <a:srgbClr val="D9DCE0"/>
                      </a:solidFill>
                      <a:prstDash val="solid"/>
                      <a:round/>
                      <a:headEnd type="none" w="med" len="med"/>
                      <a:tailEnd type="none" w="med" len="med"/>
                    </a:lnR>
                    <a:lnT w="9525" cap="flat" cmpd="sng" algn="ctr">
                      <a:solidFill>
                        <a:srgbClr val="D9DCE0"/>
                      </a:solidFill>
                      <a:prstDash val="solid"/>
                      <a:round/>
                      <a:headEnd type="none" w="med" len="med"/>
                      <a:tailEnd type="none" w="med" len="med"/>
                    </a:lnT>
                    <a:lnB w="9525" cap="flat" cmpd="sng" algn="ctr">
                      <a:solidFill>
                        <a:srgbClr val="D9DCE0"/>
                      </a:solidFill>
                      <a:prstDash val="solid"/>
                      <a:round/>
                      <a:headEnd type="none" w="med" len="med"/>
                      <a:tailEnd type="none" w="med" len="med"/>
                    </a:lnB>
                    <a:solidFill>
                      <a:srgbClr val="2B2F34"/>
                    </a:solidFill>
                  </a:tcPr>
                </a:tc>
                <a:tc>
                  <a:txBody>
                    <a:bodyPr/>
                    <a:lstStyle/>
                    <a:p>
                      <a:pPr marL="0" indent="0" algn="l">
                        <a:buNone/>
                      </a:pPr>
                      <a:r>
                        <a:rPr lang="en-US" sz="1400" b="1" dirty="0">
                          <a:solidFill>
                            <a:srgbClr val="FFFFFF"/>
                          </a:solidFill>
                          <a:latin typeface="맑은 고딕" pitchFamily="34" charset="0"/>
                          <a:ea typeface="맑은 고딕" pitchFamily="34" charset="-122"/>
                          <a:cs typeface="맑은 고딕" pitchFamily="34" charset="-120"/>
                        </a:rPr>
                        <a:t>조치</a:t>
                      </a:r>
                      <a:endParaRPr lang="en-US" sz="1400" dirty="0">
                        <a:latin typeface="맑은 고딕" charset="0"/>
                        <a:ea typeface="맑은 고딕" charset="0"/>
                        <a:cs typeface="맑은 고딕" charset="0"/>
                      </a:endParaRPr>
                    </a:p>
                  </a:txBody>
                  <a:tcPr marL="109728" marR="109728" anchor="ctr">
                    <a:lnL w="9525" cap="flat" cmpd="sng" algn="ctr">
                      <a:solidFill>
                        <a:srgbClr val="D9DCE0"/>
                      </a:solidFill>
                      <a:prstDash val="solid"/>
                      <a:round/>
                      <a:headEnd type="none" w="med" len="med"/>
                      <a:tailEnd type="none" w="med" len="med"/>
                    </a:lnL>
                    <a:lnR w="9525" cap="flat" cmpd="sng" algn="ctr">
                      <a:solidFill>
                        <a:srgbClr val="D9DCE0"/>
                      </a:solidFill>
                      <a:prstDash val="solid"/>
                      <a:round/>
                      <a:headEnd type="none" w="med" len="med"/>
                      <a:tailEnd type="none" w="med" len="med"/>
                    </a:lnR>
                    <a:lnT w="9525" cap="flat" cmpd="sng" algn="ctr">
                      <a:solidFill>
                        <a:srgbClr val="D9DCE0"/>
                      </a:solidFill>
                      <a:prstDash val="solid"/>
                      <a:round/>
                      <a:headEnd type="none" w="med" len="med"/>
                      <a:tailEnd type="none" w="med" len="med"/>
                    </a:lnT>
                    <a:lnB w="9525" cap="flat" cmpd="sng" algn="ctr">
                      <a:solidFill>
                        <a:srgbClr val="D9DCE0"/>
                      </a:solidFill>
                      <a:prstDash val="solid"/>
                      <a:round/>
                      <a:headEnd type="none" w="med" len="med"/>
                      <a:tailEnd type="none" w="med" len="med"/>
                    </a:lnB>
                    <a:solidFill>
                      <a:srgbClr val="2B2F34"/>
                    </a:solidFill>
                  </a:tcPr>
                </a:tc>
                <a:extLst>
                  <a:ext uri="{0D108BD9-81ED-4DB2-BD59-A6C34878D82A}">
                    <a16:rowId xmlns:a16="http://schemas.microsoft.com/office/drawing/2014/main" val="10000"/>
                  </a:ext>
                </a:extLst>
              </a:tr>
              <a:tr h="457200">
                <a:tc>
                  <a:txBody>
                    <a:bodyPr/>
                    <a:lstStyle/>
                    <a:p>
                      <a:pPr marL="0" indent="0" algn="l">
                        <a:buNone/>
                      </a:pPr>
                      <a:r>
                        <a:rPr lang="en-US" sz="1400" b="1" dirty="0">
                          <a:solidFill>
                            <a:srgbClr val="1F2328"/>
                          </a:solidFill>
                          <a:latin typeface="맑은 고딕" pitchFamily="34" charset="0"/>
                          <a:ea typeface="맑은 고딕" pitchFamily="34" charset="-122"/>
                          <a:cs typeface="맑은 고딕" pitchFamily="34" charset="-120"/>
                        </a:rPr>
                        <a:t>A</a:t>
                      </a:r>
                      <a:endParaRPr lang="en-US" sz="1400" dirty="0">
                        <a:latin typeface="맑은 고딕" charset="0"/>
                        <a:ea typeface="맑은 고딕" charset="0"/>
                        <a:cs typeface="맑은 고딕" charset="0"/>
                      </a:endParaRPr>
                    </a:p>
                  </a:txBody>
                  <a:tcPr marL="109728" marR="109728" anchor="ctr">
                    <a:lnL w="9525" cap="flat" cmpd="sng" algn="ctr">
                      <a:solidFill>
                        <a:srgbClr val="D9DCE0"/>
                      </a:solidFill>
                      <a:prstDash val="solid"/>
                      <a:round/>
                      <a:headEnd type="none" w="med" len="med"/>
                      <a:tailEnd type="none" w="med" len="med"/>
                    </a:lnL>
                    <a:lnR w="9525" cap="flat" cmpd="sng" algn="ctr">
                      <a:solidFill>
                        <a:srgbClr val="D9DCE0"/>
                      </a:solidFill>
                      <a:prstDash val="solid"/>
                      <a:round/>
                      <a:headEnd type="none" w="med" len="med"/>
                      <a:tailEnd type="none" w="med" len="med"/>
                    </a:lnR>
                    <a:lnT w="9525" cap="flat" cmpd="sng" algn="ctr">
                      <a:solidFill>
                        <a:srgbClr val="D9DCE0"/>
                      </a:solidFill>
                      <a:prstDash val="solid"/>
                      <a:round/>
                      <a:headEnd type="none" w="med" len="med"/>
                      <a:tailEnd type="none" w="med" len="med"/>
                    </a:lnT>
                    <a:lnB w="9525" cap="flat" cmpd="sng" algn="ctr">
                      <a:solidFill>
                        <a:srgbClr val="D9DCE0"/>
                      </a:solidFill>
                      <a:prstDash val="solid"/>
                      <a:round/>
                      <a:headEnd type="none" w="med" len="med"/>
                      <a:tailEnd type="none" w="med" len="med"/>
                    </a:lnB>
                    <a:solidFill>
                      <a:srgbClr val="F4F5F6"/>
                    </a:solidFill>
                  </a:tcPr>
                </a:tc>
                <a:tc>
                  <a:txBody>
                    <a:bodyPr/>
                    <a:lstStyle/>
                    <a:p>
                      <a:pPr marL="0" indent="0" algn="l">
                        <a:buNone/>
                      </a:pPr>
                      <a:r>
                        <a:rPr lang="en-US" sz="1400" dirty="0">
                          <a:solidFill>
                            <a:srgbClr val="2B2F34"/>
                          </a:solidFill>
                          <a:latin typeface="맑은 고딕" pitchFamily="34" charset="0"/>
                          <a:ea typeface="맑은 고딕" pitchFamily="34" charset="-122"/>
                          <a:cs typeface="맑은 고딕" pitchFamily="34" charset="-120"/>
                        </a:rPr>
                        <a:t>0.1mm 미만</a:t>
                      </a:r>
                      <a:endParaRPr lang="en-US" sz="1400" dirty="0">
                        <a:latin typeface="맑은 고딕" charset="0"/>
                        <a:ea typeface="맑은 고딕" charset="0"/>
                        <a:cs typeface="맑은 고딕" charset="0"/>
                      </a:endParaRPr>
                    </a:p>
                  </a:txBody>
                  <a:tcPr marL="109728" marR="109728" anchor="ctr">
                    <a:lnL w="9525" cap="flat" cmpd="sng" algn="ctr">
                      <a:solidFill>
                        <a:srgbClr val="D9DCE0"/>
                      </a:solidFill>
                      <a:prstDash val="solid"/>
                      <a:round/>
                      <a:headEnd type="none" w="med" len="med"/>
                      <a:tailEnd type="none" w="med" len="med"/>
                    </a:lnL>
                    <a:lnR w="9525" cap="flat" cmpd="sng" algn="ctr">
                      <a:solidFill>
                        <a:srgbClr val="D9DCE0"/>
                      </a:solidFill>
                      <a:prstDash val="solid"/>
                      <a:round/>
                      <a:headEnd type="none" w="med" len="med"/>
                      <a:tailEnd type="none" w="med" len="med"/>
                    </a:lnR>
                    <a:lnT w="9525" cap="flat" cmpd="sng" algn="ctr">
                      <a:solidFill>
                        <a:srgbClr val="D9DCE0"/>
                      </a:solidFill>
                      <a:prstDash val="solid"/>
                      <a:round/>
                      <a:headEnd type="none" w="med" len="med"/>
                      <a:tailEnd type="none" w="med" len="med"/>
                    </a:lnT>
                    <a:lnB w="9525" cap="flat" cmpd="sng" algn="ctr">
                      <a:solidFill>
                        <a:srgbClr val="D9DCE0"/>
                      </a:solidFill>
                      <a:prstDash val="solid"/>
                      <a:round/>
                      <a:headEnd type="none" w="med" len="med"/>
                      <a:tailEnd type="none" w="med" len="med"/>
                    </a:lnB>
                  </a:tcPr>
                </a:tc>
                <a:tc>
                  <a:txBody>
                    <a:bodyPr/>
                    <a:lstStyle/>
                    <a:p>
                      <a:pPr marL="0" indent="0" algn="l">
                        <a:buNone/>
                      </a:pPr>
                      <a:r>
                        <a:rPr lang="en-US" sz="1400" dirty="0">
                          <a:solidFill>
                            <a:srgbClr val="2B2F34"/>
                          </a:solidFill>
                          <a:latin typeface="맑은 고딕" pitchFamily="34" charset="0"/>
                          <a:ea typeface="맑은 고딕" pitchFamily="34" charset="-122"/>
                          <a:cs typeface="맑은 고딕" pitchFamily="34" charset="-120"/>
                        </a:rPr>
                        <a:t>이상 없음</a:t>
                      </a:r>
                      <a:endParaRPr lang="en-US" sz="1400" dirty="0">
                        <a:latin typeface="맑은 고딕" charset="0"/>
                        <a:ea typeface="맑은 고딕" charset="0"/>
                        <a:cs typeface="맑은 고딕" charset="0"/>
                      </a:endParaRPr>
                    </a:p>
                  </a:txBody>
                  <a:tcPr marL="109728" marR="109728" anchor="ctr">
                    <a:lnL w="9525" cap="flat" cmpd="sng" algn="ctr">
                      <a:solidFill>
                        <a:srgbClr val="D9DCE0"/>
                      </a:solidFill>
                      <a:prstDash val="solid"/>
                      <a:round/>
                      <a:headEnd type="none" w="med" len="med"/>
                      <a:tailEnd type="none" w="med" len="med"/>
                    </a:lnL>
                    <a:lnR w="9525" cap="flat" cmpd="sng" algn="ctr">
                      <a:solidFill>
                        <a:srgbClr val="D9DCE0"/>
                      </a:solidFill>
                      <a:prstDash val="solid"/>
                      <a:round/>
                      <a:headEnd type="none" w="med" len="med"/>
                      <a:tailEnd type="none" w="med" len="med"/>
                    </a:lnR>
                    <a:lnT w="9525" cap="flat" cmpd="sng" algn="ctr">
                      <a:solidFill>
                        <a:srgbClr val="D9DCE0"/>
                      </a:solidFill>
                      <a:prstDash val="solid"/>
                      <a:round/>
                      <a:headEnd type="none" w="med" len="med"/>
                      <a:tailEnd type="none" w="med" len="med"/>
                    </a:lnT>
                    <a:lnB w="9525" cap="flat" cmpd="sng" algn="ctr">
                      <a:solidFill>
                        <a:srgbClr val="D9DCE0"/>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lgn="l">
                        <a:buNone/>
                      </a:pPr>
                      <a:r>
                        <a:rPr lang="en-US" sz="1400" b="1" dirty="0">
                          <a:solidFill>
                            <a:srgbClr val="1F2328"/>
                          </a:solidFill>
                          <a:latin typeface="맑은 고딕" pitchFamily="34" charset="0"/>
                          <a:ea typeface="맑은 고딕" pitchFamily="34" charset="-122"/>
                          <a:cs typeface="맑은 고딕" pitchFamily="34" charset="-120"/>
                        </a:rPr>
                        <a:t>B</a:t>
                      </a:r>
                      <a:endParaRPr lang="en-US" sz="1400" dirty="0">
                        <a:latin typeface="맑은 고딕" charset="0"/>
                        <a:ea typeface="맑은 고딕" charset="0"/>
                        <a:cs typeface="맑은 고딕" charset="0"/>
                      </a:endParaRPr>
                    </a:p>
                  </a:txBody>
                  <a:tcPr marL="109728" marR="109728" anchor="ctr">
                    <a:lnL w="9525" cap="flat" cmpd="sng" algn="ctr">
                      <a:solidFill>
                        <a:srgbClr val="D9DCE0"/>
                      </a:solidFill>
                      <a:prstDash val="solid"/>
                      <a:round/>
                      <a:headEnd type="none" w="med" len="med"/>
                      <a:tailEnd type="none" w="med" len="med"/>
                    </a:lnL>
                    <a:lnR w="9525" cap="flat" cmpd="sng" algn="ctr">
                      <a:solidFill>
                        <a:srgbClr val="D9DCE0"/>
                      </a:solidFill>
                      <a:prstDash val="solid"/>
                      <a:round/>
                      <a:headEnd type="none" w="med" len="med"/>
                      <a:tailEnd type="none" w="med" len="med"/>
                    </a:lnR>
                    <a:lnT w="9525" cap="flat" cmpd="sng" algn="ctr">
                      <a:solidFill>
                        <a:srgbClr val="D9DCE0"/>
                      </a:solidFill>
                      <a:prstDash val="solid"/>
                      <a:round/>
                      <a:headEnd type="none" w="med" len="med"/>
                      <a:tailEnd type="none" w="med" len="med"/>
                    </a:lnT>
                    <a:lnB w="9525" cap="flat" cmpd="sng" algn="ctr">
                      <a:solidFill>
                        <a:srgbClr val="D9DCE0"/>
                      </a:solidFill>
                      <a:prstDash val="solid"/>
                      <a:round/>
                      <a:headEnd type="none" w="med" len="med"/>
                      <a:tailEnd type="none" w="med" len="med"/>
                    </a:lnB>
                    <a:solidFill>
                      <a:srgbClr val="F4F5F6"/>
                    </a:solidFill>
                  </a:tcPr>
                </a:tc>
                <a:tc>
                  <a:txBody>
                    <a:bodyPr/>
                    <a:lstStyle/>
                    <a:p>
                      <a:pPr marL="0" indent="0" algn="l">
                        <a:buNone/>
                      </a:pPr>
                      <a:r>
                        <a:rPr lang="en-US" sz="1400" dirty="0">
                          <a:solidFill>
                            <a:srgbClr val="2B2F34"/>
                          </a:solidFill>
                          <a:latin typeface="맑은 고딕" pitchFamily="34" charset="0"/>
                          <a:ea typeface="맑은 고딕" pitchFamily="34" charset="-122"/>
                          <a:cs typeface="맑은 고딕" pitchFamily="34" charset="-120"/>
                        </a:rPr>
                        <a:t>0.1mm 이상</a:t>
                      </a:r>
                      <a:endParaRPr lang="en-US" sz="1400" dirty="0">
                        <a:latin typeface="맑은 고딕" charset="0"/>
                        <a:ea typeface="맑은 고딕" charset="0"/>
                        <a:cs typeface="맑은 고딕" charset="0"/>
                      </a:endParaRPr>
                    </a:p>
                  </a:txBody>
                  <a:tcPr marL="109728" marR="109728" anchor="ctr">
                    <a:lnL w="9525" cap="flat" cmpd="sng" algn="ctr">
                      <a:solidFill>
                        <a:srgbClr val="D9DCE0"/>
                      </a:solidFill>
                      <a:prstDash val="solid"/>
                      <a:round/>
                      <a:headEnd type="none" w="med" len="med"/>
                      <a:tailEnd type="none" w="med" len="med"/>
                    </a:lnL>
                    <a:lnR w="9525" cap="flat" cmpd="sng" algn="ctr">
                      <a:solidFill>
                        <a:srgbClr val="D9DCE0"/>
                      </a:solidFill>
                      <a:prstDash val="solid"/>
                      <a:round/>
                      <a:headEnd type="none" w="med" len="med"/>
                      <a:tailEnd type="none" w="med" len="med"/>
                    </a:lnR>
                    <a:lnT w="9525" cap="flat" cmpd="sng" algn="ctr">
                      <a:solidFill>
                        <a:srgbClr val="D9DCE0"/>
                      </a:solidFill>
                      <a:prstDash val="solid"/>
                      <a:round/>
                      <a:headEnd type="none" w="med" len="med"/>
                      <a:tailEnd type="none" w="med" len="med"/>
                    </a:lnT>
                    <a:lnB w="9525" cap="flat" cmpd="sng" algn="ctr">
                      <a:solidFill>
                        <a:srgbClr val="D9DCE0"/>
                      </a:solidFill>
                      <a:prstDash val="solid"/>
                      <a:round/>
                      <a:headEnd type="none" w="med" len="med"/>
                      <a:tailEnd type="none" w="med" len="med"/>
                    </a:lnB>
                  </a:tcPr>
                </a:tc>
                <a:tc>
                  <a:txBody>
                    <a:bodyPr/>
                    <a:lstStyle/>
                    <a:p>
                      <a:pPr marL="0" indent="0" algn="l">
                        <a:buNone/>
                      </a:pPr>
                      <a:r>
                        <a:rPr lang="en-US" sz="1400" dirty="0">
                          <a:solidFill>
                            <a:srgbClr val="2B2F34"/>
                          </a:solidFill>
                          <a:latin typeface="맑은 고딕" pitchFamily="34" charset="0"/>
                          <a:ea typeface="맑은 고딕" pitchFamily="34" charset="-122"/>
                          <a:cs typeface="맑은 고딕" pitchFamily="34" charset="-120"/>
                        </a:rPr>
                        <a:t>주기적 모니터링</a:t>
                      </a:r>
                      <a:endParaRPr lang="en-US" sz="1400" dirty="0">
                        <a:latin typeface="맑은 고딕" charset="0"/>
                        <a:ea typeface="맑은 고딕" charset="0"/>
                        <a:cs typeface="맑은 고딕" charset="0"/>
                      </a:endParaRPr>
                    </a:p>
                  </a:txBody>
                  <a:tcPr marL="109728" marR="109728" anchor="ctr">
                    <a:lnL w="9525" cap="flat" cmpd="sng" algn="ctr">
                      <a:solidFill>
                        <a:srgbClr val="D9DCE0"/>
                      </a:solidFill>
                      <a:prstDash val="solid"/>
                      <a:round/>
                      <a:headEnd type="none" w="med" len="med"/>
                      <a:tailEnd type="none" w="med" len="med"/>
                    </a:lnL>
                    <a:lnR w="9525" cap="flat" cmpd="sng" algn="ctr">
                      <a:solidFill>
                        <a:srgbClr val="D9DCE0"/>
                      </a:solidFill>
                      <a:prstDash val="solid"/>
                      <a:round/>
                      <a:headEnd type="none" w="med" len="med"/>
                      <a:tailEnd type="none" w="med" len="med"/>
                    </a:lnR>
                    <a:lnT w="9525" cap="flat" cmpd="sng" algn="ctr">
                      <a:solidFill>
                        <a:srgbClr val="D9DCE0"/>
                      </a:solidFill>
                      <a:prstDash val="solid"/>
                      <a:round/>
                      <a:headEnd type="none" w="med" len="med"/>
                      <a:tailEnd type="none" w="med" len="med"/>
                    </a:lnT>
                    <a:lnB w="9525" cap="flat" cmpd="sng" algn="ctr">
                      <a:solidFill>
                        <a:srgbClr val="D9DCE0"/>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lgn="l">
                        <a:buNone/>
                      </a:pPr>
                      <a:r>
                        <a:rPr lang="en-US" sz="1400" b="1" dirty="0">
                          <a:solidFill>
                            <a:srgbClr val="1F2328"/>
                          </a:solidFill>
                          <a:latin typeface="맑은 고딕" pitchFamily="34" charset="0"/>
                          <a:ea typeface="맑은 고딕" pitchFamily="34" charset="-122"/>
                          <a:cs typeface="맑은 고딕" pitchFamily="34" charset="-120"/>
                        </a:rPr>
                        <a:t>C</a:t>
                      </a:r>
                      <a:endParaRPr lang="en-US" sz="1400" dirty="0">
                        <a:latin typeface="맑은 고딕" charset="0"/>
                        <a:ea typeface="맑은 고딕" charset="0"/>
                        <a:cs typeface="맑은 고딕" charset="0"/>
                      </a:endParaRPr>
                    </a:p>
                  </a:txBody>
                  <a:tcPr marL="109728" marR="109728" anchor="ctr">
                    <a:lnL w="9525" cap="flat" cmpd="sng" algn="ctr">
                      <a:solidFill>
                        <a:srgbClr val="D9DCE0"/>
                      </a:solidFill>
                      <a:prstDash val="solid"/>
                      <a:round/>
                      <a:headEnd type="none" w="med" len="med"/>
                      <a:tailEnd type="none" w="med" len="med"/>
                    </a:lnL>
                    <a:lnR w="9525" cap="flat" cmpd="sng" algn="ctr">
                      <a:solidFill>
                        <a:srgbClr val="D9DCE0"/>
                      </a:solidFill>
                      <a:prstDash val="solid"/>
                      <a:round/>
                      <a:headEnd type="none" w="med" len="med"/>
                      <a:tailEnd type="none" w="med" len="med"/>
                    </a:lnR>
                    <a:lnT w="9525" cap="flat" cmpd="sng" algn="ctr">
                      <a:solidFill>
                        <a:srgbClr val="D9DCE0"/>
                      </a:solidFill>
                      <a:prstDash val="solid"/>
                      <a:round/>
                      <a:headEnd type="none" w="med" len="med"/>
                      <a:tailEnd type="none" w="med" len="med"/>
                    </a:lnT>
                    <a:lnB w="9525" cap="flat" cmpd="sng" algn="ctr">
                      <a:solidFill>
                        <a:srgbClr val="D9DCE0"/>
                      </a:solidFill>
                      <a:prstDash val="solid"/>
                      <a:round/>
                      <a:headEnd type="none" w="med" len="med"/>
                      <a:tailEnd type="none" w="med" len="med"/>
                    </a:lnB>
                    <a:solidFill>
                      <a:srgbClr val="F4F5F6"/>
                    </a:solidFill>
                  </a:tcPr>
                </a:tc>
                <a:tc>
                  <a:txBody>
                    <a:bodyPr/>
                    <a:lstStyle/>
                    <a:p>
                      <a:pPr marL="0" indent="0" algn="l">
                        <a:buNone/>
                      </a:pPr>
                      <a:r>
                        <a:rPr lang="en-US" sz="1400" dirty="0">
                          <a:solidFill>
                            <a:srgbClr val="2B2F34"/>
                          </a:solidFill>
                          <a:latin typeface="맑은 고딕" pitchFamily="34" charset="0"/>
                          <a:ea typeface="맑은 고딕" pitchFamily="34" charset="-122"/>
                          <a:cs typeface="맑은 고딕" pitchFamily="34" charset="-120"/>
                        </a:rPr>
                        <a:t>0.2mm 이상</a:t>
                      </a:r>
                      <a:endParaRPr lang="en-US" sz="1400" dirty="0">
                        <a:latin typeface="맑은 고딕" charset="0"/>
                        <a:ea typeface="맑은 고딕" charset="0"/>
                        <a:cs typeface="맑은 고딕" charset="0"/>
                      </a:endParaRPr>
                    </a:p>
                  </a:txBody>
                  <a:tcPr marL="109728" marR="109728" anchor="ctr">
                    <a:lnL w="9525" cap="flat" cmpd="sng" algn="ctr">
                      <a:solidFill>
                        <a:srgbClr val="D9DCE0"/>
                      </a:solidFill>
                      <a:prstDash val="solid"/>
                      <a:round/>
                      <a:headEnd type="none" w="med" len="med"/>
                      <a:tailEnd type="none" w="med" len="med"/>
                    </a:lnL>
                    <a:lnR w="9525" cap="flat" cmpd="sng" algn="ctr">
                      <a:solidFill>
                        <a:srgbClr val="D9DCE0"/>
                      </a:solidFill>
                      <a:prstDash val="solid"/>
                      <a:round/>
                      <a:headEnd type="none" w="med" len="med"/>
                      <a:tailEnd type="none" w="med" len="med"/>
                    </a:lnR>
                    <a:lnT w="9525" cap="flat" cmpd="sng" algn="ctr">
                      <a:solidFill>
                        <a:srgbClr val="D9DCE0"/>
                      </a:solidFill>
                      <a:prstDash val="solid"/>
                      <a:round/>
                      <a:headEnd type="none" w="med" len="med"/>
                      <a:tailEnd type="none" w="med" len="med"/>
                    </a:lnT>
                    <a:lnB w="9525" cap="flat" cmpd="sng" algn="ctr">
                      <a:solidFill>
                        <a:srgbClr val="D9DCE0"/>
                      </a:solidFill>
                      <a:prstDash val="solid"/>
                      <a:round/>
                      <a:headEnd type="none" w="med" len="med"/>
                      <a:tailEnd type="none" w="med" len="med"/>
                    </a:lnB>
                  </a:tcPr>
                </a:tc>
                <a:tc>
                  <a:txBody>
                    <a:bodyPr/>
                    <a:lstStyle/>
                    <a:p>
                      <a:pPr marL="0" indent="0" algn="l">
                        <a:buNone/>
                      </a:pPr>
                      <a:r>
                        <a:rPr lang="en-US" sz="1400" dirty="0">
                          <a:solidFill>
                            <a:srgbClr val="2B2F34"/>
                          </a:solidFill>
                          <a:latin typeface="맑은 고딕" pitchFamily="34" charset="0"/>
                          <a:ea typeface="맑은 고딕" pitchFamily="34" charset="-122"/>
                          <a:cs typeface="맑은 고딕" pitchFamily="34" charset="-120"/>
                        </a:rPr>
                        <a:t>정밀 안전진단 권고</a:t>
                      </a:r>
                      <a:endParaRPr lang="en-US" sz="1400" dirty="0">
                        <a:latin typeface="맑은 고딕" charset="0"/>
                        <a:ea typeface="맑은 고딕" charset="0"/>
                        <a:cs typeface="맑은 고딕" charset="0"/>
                      </a:endParaRPr>
                    </a:p>
                  </a:txBody>
                  <a:tcPr marL="109728" marR="109728" anchor="ctr">
                    <a:lnL w="9525" cap="flat" cmpd="sng" algn="ctr">
                      <a:solidFill>
                        <a:srgbClr val="D9DCE0"/>
                      </a:solidFill>
                      <a:prstDash val="solid"/>
                      <a:round/>
                      <a:headEnd type="none" w="med" len="med"/>
                      <a:tailEnd type="none" w="med" len="med"/>
                    </a:lnL>
                    <a:lnR w="9525" cap="flat" cmpd="sng" algn="ctr">
                      <a:solidFill>
                        <a:srgbClr val="D9DCE0"/>
                      </a:solidFill>
                      <a:prstDash val="solid"/>
                      <a:round/>
                      <a:headEnd type="none" w="med" len="med"/>
                      <a:tailEnd type="none" w="med" len="med"/>
                    </a:lnR>
                    <a:lnT w="9525" cap="flat" cmpd="sng" algn="ctr">
                      <a:solidFill>
                        <a:srgbClr val="D9DCE0"/>
                      </a:solidFill>
                      <a:prstDash val="solid"/>
                      <a:round/>
                      <a:headEnd type="none" w="med" len="med"/>
                      <a:tailEnd type="none" w="med" len="med"/>
                    </a:lnT>
                    <a:lnB w="9525" cap="flat" cmpd="sng" algn="ctr">
                      <a:solidFill>
                        <a:srgbClr val="D9DCE0"/>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lgn="l">
                        <a:buNone/>
                      </a:pPr>
                      <a:r>
                        <a:rPr lang="en-US" sz="1400" b="1" dirty="0">
                          <a:solidFill>
                            <a:srgbClr val="1F2328"/>
                          </a:solidFill>
                          <a:latin typeface="맑은 고딕" pitchFamily="34" charset="0"/>
                          <a:ea typeface="맑은 고딕" pitchFamily="34" charset="-122"/>
                          <a:cs typeface="맑은 고딕" pitchFamily="34" charset="-120"/>
                        </a:rPr>
                        <a:t>D</a:t>
                      </a:r>
                      <a:endParaRPr lang="en-US" sz="1400" dirty="0">
                        <a:latin typeface="맑은 고딕" charset="0"/>
                        <a:ea typeface="맑은 고딕" charset="0"/>
                        <a:cs typeface="맑은 고딕" charset="0"/>
                      </a:endParaRPr>
                    </a:p>
                  </a:txBody>
                  <a:tcPr marL="109728" marR="109728" anchor="ctr">
                    <a:lnL w="9525" cap="flat" cmpd="sng" algn="ctr">
                      <a:solidFill>
                        <a:srgbClr val="D9DCE0"/>
                      </a:solidFill>
                      <a:prstDash val="solid"/>
                      <a:round/>
                      <a:headEnd type="none" w="med" len="med"/>
                      <a:tailEnd type="none" w="med" len="med"/>
                    </a:lnL>
                    <a:lnR w="9525" cap="flat" cmpd="sng" algn="ctr">
                      <a:solidFill>
                        <a:srgbClr val="D9DCE0"/>
                      </a:solidFill>
                      <a:prstDash val="solid"/>
                      <a:round/>
                      <a:headEnd type="none" w="med" len="med"/>
                      <a:tailEnd type="none" w="med" len="med"/>
                    </a:lnR>
                    <a:lnT w="9525" cap="flat" cmpd="sng" algn="ctr">
                      <a:solidFill>
                        <a:srgbClr val="D9DCE0"/>
                      </a:solidFill>
                      <a:prstDash val="solid"/>
                      <a:round/>
                      <a:headEnd type="none" w="med" len="med"/>
                      <a:tailEnd type="none" w="med" len="med"/>
                    </a:lnT>
                    <a:lnB w="9525" cap="flat" cmpd="sng" algn="ctr">
                      <a:solidFill>
                        <a:srgbClr val="D9DCE0"/>
                      </a:solidFill>
                      <a:prstDash val="solid"/>
                      <a:round/>
                      <a:headEnd type="none" w="med" len="med"/>
                      <a:tailEnd type="none" w="med" len="med"/>
                    </a:lnB>
                    <a:solidFill>
                      <a:srgbClr val="F4F5F6"/>
                    </a:solidFill>
                  </a:tcPr>
                </a:tc>
                <a:tc>
                  <a:txBody>
                    <a:bodyPr/>
                    <a:lstStyle/>
                    <a:p>
                      <a:pPr marL="0" indent="0" algn="l">
                        <a:buNone/>
                      </a:pPr>
                      <a:r>
                        <a:rPr lang="en-US" sz="1400" dirty="0">
                          <a:solidFill>
                            <a:srgbClr val="2B2F34"/>
                          </a:solidFill>
                          <a:latin typeface="맑은 고딕" pitchFamily="34" charset="0"/>
                          <a:ea typeface="맑은 고딕" pitchFamily="34" charset="-122"/>
                          <a:cs typeface="맑은 고딕" pitchFamily="34" charset="-120"/>
                        </a:rPr>
                        <a:t>0.3mm 이상</a:t>
                      </a:r>
                      <a:endParaRPr lang="en-US" sz="1400" dirty="0">
                        <a:latin typeface="맑은 고딕" charset="0"/>
                        <a:ea typeface="맑은 고딕" charset="0"/>
                        <a:cs typeface="맑은 고딕" charset="0"/>
                      </a:endParaRPr>
                    </a:p>
                  </a:txBody>
                  <a:tcPr marL="109728" marR="109728" anchor="ctr">
                    <a:lnL w="9525" cap="flat" cmpd="sng" algn="ctr">
                      <a:solidFill>
                        <a:srgbClr val="D9DCE0"/>
                      </a:solidFill>
                      <a:prstDash val="solid"/>
                      <a:round/>
                      <a:headEnd type="none" w="med" len="med"/>
                      <a:tailEnd type="none" w="med" len="med"/>
                    </a:lnL>
                    <a:lnR w="9525" cap="flat" cmpd="sng" algn="ctr">
                      <a:solidFill>
                        <a:srgbClr val="D9DCE0"/>
                      </a:solidFill>
                      <a:prstDash val="solid"/>
                      <a:round/>
                      <a:headEnd type="none" w="med" len="med"/>
                      <a:tailEnd type="none" w="med" len="med"/>
                    </a:lnR>
                    <a:lnT w="9525" cap="flat" cmpd="sng" algn="ctr">
                      <a:solidFill>
                        <a:srgbClr val="D9DCE0"/>
                      </a:solidFill>
                      <a:prstDash val="solid"/>
                      <a:round/>
                      <a:headEnd type="none" w="med" len="med"/>
                      <a:tailEnd type="none" w="med" len="med"/>
                    </a:lnT>
                    <a:lnB w="9525" cap="flat" cmpd="sng" algn="ctr">
                      <a:solidFill>
                        <a:srgbClr val="D9DCE0"/>
                      </a:solidFill>
                      <a:prstDash val="solid"/>
                      <a:round/>
                      <a:headEnd type="none" w="med" len="med"/>
                      <a:tailEnd type="none" w="med" len="med"/>
                    </a:lnB>
                  </a:tcPr>
                </a:tc>
                <a:tc>
                  <a:txBody>
                    <a:bodyPr/>
                    <a:lstStyle/>
                    <a:p>
                      <a:pPr marL="0" indent="0" algn="l">
                        <a:buNone/>
                      </a:pPr>
                      <a:r>
                        <a:rPr lang="en-US" sz="1400" dirty="0">
                          <a:solidFill>
                            <a:srgbClr val="2B2F34"/>
                          </a:solidFill>
                          <a:latin typeface="맑은 고딕" pitchFamily="34" charset="0"/>
                          <a:ea typeface="맑은 고딕" pitchFamily="34" charset="-122"/>
                          <a:cs typeface="맑은 고딕" pitchFamily="34" charset="-120"/>
                        </a:rPr>
                        <a:t>긴급 보수</a:t>
                      </a:r>
                      <a:endParaRPr lang="en-US" sz="1400" dirty="0">
                        <a:latin typeface="맑은 고딕" charset="0"/>
                        <a:ea typeface="맑은 고딕" charset="0"/>
                        <a:cs typeface="맑은 고딕" charset="0"/>
                      </a:endParaRPr>
                    </a:p>
                  </a:txBody>
                  <a:tcPr marL="109728" marR="109728" anchor="ctr">
                    <a:lnL w="9525" cap="flat" cmpd="sng" algn="ctr">
                      <a:solidFill>
                        <a:srgbClr val="D9DCE0"/>
                      </a:solidFill>
                      <a:prstDash val="solid"/>
                      <a:round/>
                      <a:headEnd type="none" w="med" len="med"/>
                      <a:tailEnd type="none" w="med" len="med"/>
                    </a:lnL>
                    <a:lnR w="9525" cap="flat" cmpd="sng" algn="ctr">
                      <a:solidFill>
                        <a:srgbClr val="D9DCE0"/>
                      </a:solidFill>
                      <a:prstDash val="solid"/>
                      <a:round/>
                      <a:headEnd type="none" w="med" len="med"/>
                      <a:tailEnd type="none" w="med" len="med"/>
                    </a:lnR>
                    <a:lnT w="9525" cap="flat" cmpd="sng" algn="ctr">
                      <a:solidFill>
                        <a:srgbClr val="D9DCE0"/>
                      </a:solidFill>
                      <a:prstDash val="solid"/>
                      <a:round/>
                      <a:headEnd type="none" w="med" len="med"/>
                      <a:tailEnd type="none" w="med" len="med"/>
                    </a:lnT>
                    <a:lnB w="9525" cap="flat" cmpd="sng" algn="ctr">
                      <a:solidFill>
                        <a:srgbClr val="D9DCE0"/>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lgn="l">
                        <a:buNone/>
                      </a:pPr>
                      <a:r>
                        <a:rPr lang="en-US" sz="1400" b="1" dirty="0">
                          <a:solidFill>
                            <a:srgbClr val="1F2328"/>
                          </a:solidFill>
                          <a:latin typeface="맑은 고딕" pitchFamily="34" charset="0"/>
                          <a:ea typeface="맑은 고딕" pitchFamily="34" charset="-122"/>
                          <a:cs typeface="맑은 고딕" pitchFamily="34" charset="-120"/>
                        </a:rPr>
                        <a:t>E</a:t>
                      </a:r>
                      <a:endParaRPr lang="en-US" sz="1400" dirty="0">
                        <a:latin typeface="맑은 고딕" charset="0"/>
                        <a:ea typeface="맑은 고딕" charset="0"/>
                        <a:cs typeface="맑은 고딕" charset="0"/>
                      </a:endParaRPr>
                    </a:p>
                  </a:txBody>
                  <a:tcPr marL="109728" marR="109728" anchor="ctr">
                    <a:lnL w="9525" cap="flat" cmpd="sng" algn="ctr">
                      <a:solidFill>
                        <a:srgbClr val="D9DCE0"/>
                      </a:solidFill>
                      <a:prstDash val="solid"/>
                      <a:round/>
                      <a:headEnd type="none" w="med" len="med"/>
                      <a:tailEnd type="none" w="med" len="med"/>
                    </a:lnL>
                    <a:lnR w="9525" cap="flat" cmpd="sng" algn="ctr">
                      <a:solidFill>
                        <a:srgbClr val="D9DCE0"/>
                      </a:solidFill>
                      <a:prstDash val="solid"/>
                      <a:round/>
                      <a:headEnd type="none" w="med" len="med"/>
                      <a:tailEnd type="none" w="med" len="med"/>
                    </a:lnR>
                    <a:lnT w="9525" cap="flat" cmpd="sng" algn="ctr">
                      <a:solidFill>
                        <a:srgbClr val="D9DCE0"/>
                      </a:solidFill>
                      <a:prstDash val="solid"/>
                      <a:round/>
                      <a:headEnd type="none" w="med" len="med"/>
                      <a:tailEnd type="none" w="med" len="med"/>
                    </a:lnT>
                    <a:lnB w="9525" cap="flat" cmpd="sng" algn="ctr">
                      <a:solidFill>
                        <a:srgbClr val="D9DCE0"/>
                      </a:solidFill>
                      <a:prstDash val="solid"/>
                      <a:round/>
                      <a:headEnd type="none" w="med" len="med"/>
                      <a:tailEnd type="none" w="med" len="med"/>
                    </a:lnB>
                    <a:solidFill>
                      <a:srgbClr val="F4F5F6"/>
                    </a:solidFill>
                  </a:tcPr>
                </a:tc>
                <a:tc>
                  <a:txBody>
                    <a:bodyPr/>
                    <a:lstStyle/>
                    <a:p>
                      <a:pPr marL="0" indent="0" algn="l">
                        <a:buNone/>
                      </a:pPr>
                      <a:r>
                        <a:rPr lang="en-US" sz="1400" dirty="0">
                          <a:solidFill>
                            <a:srgbClr val="2B2F34"/>
                          </a:solidFill>
                          <a:latin typeface="맑은 고딕" pitchFamily="34" charset="0"/>
                          <a:ea typeface="맑은 고딕" pitchFamily="34" charset="-122"/>
                          <a:cs typeface="맑은 고딕" pitchFamily="34" charset="-120"/>
                        </a:rPr>
                        <a:t>0.5mm 이상</a:t>
                      </a:r>
                      <a:endParaRPr lang="en-US" sz="1400" dirty="0">
                        <a:latin typeface="맑은 고딕" charset="0"/>
                        <a:ea typeface="맑은 고딕" charset="0"/>
                        <a:cs typeface="맑은 고딕" charset="0"/>
                      </a:endParaRPr>
                    </a:p>
                  </a:txBody>
                  <a:tcPr marL="109728" marR="109728" anchor="ctr">
                    <a:lnL w="9525" cap="flat" cmpd="sng" algn="ctr">
                      <a:solidFill>
                        <a:srgbClr val="D9DCE0"/>
                      </a:solidFill>
                      <a:prstDash val="solid"/>
                      <a:round/>
                      <a:headEnd type="none" w="med" len="med"/>
                      <a:tailEnd type="none" w="med" len="med"/>
                    </a:lnL>
                    <a:lnR w="9525" cap="flat" cmpd="sng" algn="ctr">
                      <a:solidFill>
                        <a:srgbClr val="D9DCE0"/>
                      </a:solidFill>
                      <a:prstDash val="solid"/>
                      <a:round/>
                      <a:headEnd type="none" w="med" len="med"/>
                      <a:tailEnd type="none" w="med" len="med"/>
                    </a:lnR>
                    <a:lnT w="9525" cap="flat" cmpd="sng" algn="ctr">
                      <a:solidFill>
                        <a:srgbClr val="D9DCE0"/>
                      </a:solidFill>
                      <a:prstDash val="solid"/>
                      <a:round/>
                      <a:headEnd type="none" w="med" len="med"/>
                      <a:tailEnd type="none" w="med" len="med"/>
                    </a:lnT>
                    <a:lnB w="9525" cap="flat" cmpd="sng" algn="ctr">
                      <a:solidFill>
                        <a:srgbClr val="D9DCE0"/>
                      </a:solidFill>
                      <a:prstDash val="solid"/>
                      <a:round/>
                      <a:headEnd type="none" w="med" len="med"/>
                      <a:tailEnd type="none" w="med" len="med"/>
                    </a:lnB>
                  </a:tcPr>
                </a:tc>
                <a:tc>
                  <a:txBody>
                    <a:bodyPr/>
                    <a:lstStyle/>
                    <a:p>
                      <a:pPr marL="0" indent="0" algn="l">
                        <a:buNone/>
                      </a:pPr>
                      <a:r>
                        <a:rPr lang="en-US" sz="1400" dirty="0">
                          <a:solidFill>
                            <a:srgbClr val="2B2F34"/>
                          </a:solidFill>
                          <a:latin typeface="맑은 고딕" pitchFamily="34" charset="0"/>
                          <a:ea typeface="맑은 고딕" pitchFamily="34" charset="-122"/>
                          <a:cs typeface="맑은 고딕" pitchFamily="34" charset="-120"/>
                        </a:rPr>
                        <a:t>즉시 사용 중지</a:t>
                      </a:r>
                      <a:endParaRPr lang="en-US" sz="1400" dirty="0">
                        <a:latin typeface="맑은 고딕" charset="0"/>
                        <a:ea typeface="맑은 고딕" charset="0"/>
                        <a:cs typeface="맑은 고딕" charset="0"/>
                      </a:endParaRPr>
                    </a:p>
                  </a:txBody>
                  <a:tcPr marL="109728" marR="109728" anchor="ctr">
                    <a:lnL w="9525" cap="flat" cmpd="sng" algn="ctr">
                      <a:solidFill>
                        <a:srgbClr val="D9DCE0"/>
                      </a:solidFill>
                      <a:prstDash val="solid"/>
                      <a:round/>
                      <a:headEnd type="none" w="med" len="med"/>
                      <a:tailEnd type="none" w="med" len="med"/>
                    </a:lnL>
                    <a:lnR w="9525" cap="flat" cmpd="sng" algn="ctr">
                      <a:solidFill>
                        <a:srgbClr val="D9DCE0"/>
                      </a:solidFill>
                      <a:prstDash val="solid"/>
                      <a:round/>
                      <a:headEnd type="none" w="med" len="med"/>
                      <a:tailEnd type="none" w="med" len="med"/>
                    </a:lnR>
                    <a:lnT w="9525" cap="flat" cmpd="sng" algn="ctr">
                      <a:solidFill>
                        <a:srgbClr val="D9DCE0"/>
                      </a:solidFill>
                      <a:prstDash val="solid"/>
                      <a:round/>
                      <a:headEnd type="none" w="med" len="med"/>
                      <a:tailEnd type="none" w="med" len="med"/>
                    </a:lnT>
                    <a:lnB w="9525" cap="flat" cmpd="sng" algn="ctr">
                      <a:solidFill>
                        <a:srgbClr val="D9DCE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Text 3"/>
          <p:cNvSpPr txBox="1"/>
          <p:nvPr/>
        </p:nvSpPr>
        <p:spPr>
          <a:xfrm>
            <a:off x="640080" y="4846320"/>
            <a:ext cx="4206240" cy="749808"/>
          </a:xfrm>
          <a:prstGeom prst="rect">
            <a:avLst/>
          </a:prstGeom>
          <a:noFill/>
          <a:ln/>
        </p:spPr>
        <p:txBody>
          <a:bodyPr wrap="square" lIns="0" tIns="0" rIns="0" bIns="0" rtlCol="0" anchor="t"/>
          <a:lstStyle/>
          <a:p>
            <a:pPr marL="0" indent="0" algn="l">
              <a:lnSpc>
                <a:spcPct val="110000"/>
              </a:lnSpc>
              <a:buNone/>
            </a:pPr>
            <a:r>
              <a:rPr lang="en-US" sz="1200" dirty="0">
                <a:solidFill>
                  <a:srgbClr val="6B7280"/>
                </a:solidFill>
                <a:latin typeface="맑은 고딕" pitchFamily="34" charset="0"/>
                <a:ea typeface="맑은 고딕" pitchFamily="34" charset="-122"/>
                <a:cs typeface="맑은 고딕" pitchFamily="34" charset="-120"/>
              </a:rPr>
              <a:t>※ 구역 내 최대 균열 폭 기준</a:t>
            </a:r>
            <a:endParaRPr lang="en-US" sz="1200" dirty="0"/>
          </a:p>
          <a:p>
            <a:pPr marL="0" indent="0" algn="l">
              <a:lnSpc>
                <a:spcPct val="110000"/>
              </a:lnSpc>
              <a:buNone/>
            </a:pPr>
            <a:r>
              <a:rPr lang="en-US" sz="1200" dirty="0">
                <a:solidFill>
                  <a:srgbClr val="6B7280"/>
                </a:solidFill>
                <a:latin typeface="맑은 고딕" pitchFamily="34" charset="0"/>
                <a:ea typeface="맑은 고딕" pitchFamily="34" charset="-122"/>
                <a:cs typeface="맑은 고딕" pitchFamily="34" charset="-120"/>
              </a:rPr>
              <a:t>(국토안전관리원 점검 지침 근거)</a:t>
            </a:r>
            <a:endParaRPr lang="en-US" sz="1200" dirty="0"/>
          </a:p>
          <a:p>
            <a:pPr marL="0" indent="0" algn="l">
              <a:lnSpc>
                <a:spcPct val="110000"/>
              </a:lnSpc>
              <a:buNone/>
            </a:pPr>
            <a:r>
              <a:rPr lang="en-US" sz="1200" dirty="0">
                <a:solidFill>
                  <a:srgbClr val="6B7280"/>
                </a:solidFill>
                <a:latin typeface="맑은 고딕" pitchFamily="34" charset="0"/>
                <a:ea typeface="맑은 고딕" pitchFamily="34" charset="-122"/>
                <a:cs typeface="맑은 고딕" pitchFamily="34" charset="-120"/>
              </a:rPr>
              <a:t>균열 미탐지 시 A등급</a:t>
            </a:r>
            <a:endParaRPr lang="en-US" sz="1200" dirty="0"/>
          </a:p>
        </p:txBody>
      </p:sp>
      <p:pic>
        <p:nvPicPr>
          <p:cNvPr id="8" name="Image 0" descr="구역별 안전등급 요약 화면"/>
          <p:cNvPicPr>
            <a:picLocks noChangeAspect="1"/>
          </p:cNvPicPr>
          <p:nvPr/>
        </p:nvPicPr>
        <p:blipFill>
          <a:blip r:embed="rId3"/>
          <a:stretch>
            <a:fillRect/>
          </a:stretch>
        </p:blipFill>
        <p:spPr>
          <a:xfrm>
            <a:off x="5120640" y="1691640"/>
            <a:ext cx="1871678" cy="3200400"/>
          </a:xfrm>
          <a:prstGeom prst="rect">
            <a:avLst/>
          </a:prstGeom>
        </p:spPr>
      </p:pic>
      <p:sp>
        <p:nvSpPr>
          <p:cNvPr id="9" name="Text 4"/>
          <p:cNvSpPr txBox="1"/>
          <p:nvPr/>
        </p:nvSpPr>
        <p:spPr>
          <a:xfrm>
            <a:off x="4983480" y="4946904"/>
            <a:ext cx="2145998" cy="274320"/>
          </a:xfrm>
          <a:prstGeom prst="rect">
            <a:avLst/>
          </a:prstGeom>
          <a:noFill/>
          <a:ln/>
        </p:spPr>
        <p:txBody>
          <a:bodyPr wrap="square" lIns="0" tIns="0" rIns="0" bIns="0" rtlCol="0" anchor="t"/>
          <a:lstStyle/>
          <a:p>
            <a:pPr marL="0" indent="0" algn="ctr">
              <a:lnSpc>
                <a:spcPct val="115000"/>
              </a:lnSpc>
              <a:buNone/>
            </a:pPr>
            <a:r>
              <a:rPr lang="en-US" sz="1100" dirty="0">
                <a:solidFill>
                  <a:srgbClr val="6B7280"/>
                </a:solidFill>
                <a:latin typeface="맑은 고딕" pitchFamily="34" charset="0"/>
                <a:ea typeface="맑은 고딕" pitchFamily="34" charset="-122"/>
                <a:cs typeface="맑은 고딕" pitchFamily="34" charset="-120"/>
              </a:rPr>
              <a:t>그림 6. 구역별 등급 요약</a:t>
            </a:r>
            <a:endParaRPr lang="en-US" sz="1100" dirty="0"/>
          </a:p>
        </p:txBody>
      </p:sp>
      <p:pic>
        <p:nvPicPr>
          <p:cNvPr id="10" name="Image 1" descr="자동 생성된 건축물 안전점검 보고서 (PDF)"/>
          <p:cNvPicPr>
            <a:picLocks noChangeAspect="1"/>
          </p:cNvPicPr>
          <p:nvPr/>
        </p:nvPicPr>
        <p:blipFill>
          <a:blip r:embed="rId4"/>
          <a:stretch>
            <a:fillRect/>
          </a:stretch>
        </p:blipFill>
        <p:spPr>
          <a:xfrm>
            <a:off x="7358078" y="1691640"/>
            <a:ext cx="3695030" cy="3200400"/>
          </a:xfrm>
          <a:prstGeom prst="rect">
            <a:avLst/>
          </a:prstGeom>
        </p:spPr>
      </p:pic>
      <p:sp>
        <p:nvSpPr>
          <p:cNvPr id="11" name="Shape 5"/>
          <p:cNvSpPr/>
          <p:nvPr/>
        </p:nvSpPr>
        <p:spPr>
          <a:xfrm>
            <a:off x="7358078" y="1691640"/>
            <a:ext cx="3695030" cy="3200400"/>
          </a:xfrm>
          <a:prstGeom prst="rect">
            <a:avLst/>
          </a:prstGeom>
          <a:ln w="9525">
            <a:solidFill>
              <a:srgbClr val="D9DCE0"/>
            </a:solidFill>
            <a:prstDash val="solid"/>
          </a:ln>
        </p:spPr>
      </p:sp>
      <p:sp>
        <p:nvSpPr>
          <p:cNvPr id="12" name="Text 6"/>
          <p:cNvSpPr txBox="1"/>
          <p:nvPr/>
        </p:nvSpPr>
        <p:spPr>
          <a:xfrm>
            <a:off x="7358078" y="4946904"/>
            <a:ext cx="3695030" cy="274320"/>
          </a:xfrm>
          <a:prstGeom prst="rect">
            <a:avLst/>
          </a:prstGeom>
          <a:noFill/>
          <a:ln/>
        </p:spPr>
        <p:txBody>
          <a:bodyPr wrap="square" lIns="0" tIns="0" rIns="0" bIns="0" rtlCol="0" anchor="t"/>
          <a:lstStyle/>
          <a:p>
            <a:pPr marL="0" indent="0" algn="l">
              <a:lnSpc>
                <a:spcPct val="115000"/>
              </a:lnSpc>
              <a:buNone/>
            </a:pPr>
            <a:r>
              <a:rPr lang="en-US" sz="1100" dirty="0">
                <a:solidFill>
                  <a:srgbClr val="6B7280"/>
                </a:solidFill>
                <a:latin typeface="맑은 고딕" pitchFamily="34" charset="0"/>
                <a:ea typeface="맑은 고딕" pitchFamily="34" charset="-122"/>
                <a:cs typeface="맑은 고딕" pitchFamily="34" charset="-120"/>
              </a:rPr>
              <a:t>그림 7. 자동 생성된 안전점검 보고서 (PDF)</a:t>
            </a:r>
            <a:endParaRPr lang="en-US" sz="1100" dirty="0"/>
          </a:p>
        </p:txBody>
      </p:sp>
      <p:sp>
        <p:nvSpPr>
          <p:cNvPr id="4" name="Text 7"/>
          <p:cNvSpPr txBox="1"/>
          <p:nvPr/>
        </p:nvSpPr>
        <p:spPr>
          <a:xfrm>
            <a:off x="5120640" y="5486400"/>
            <a:ext cx="6428232" cy="640080"/>
          </a:xfrm>
          <a:prstGeom prst="rect">
            <a:avLst/>
          </a:prstGeom>
          <a:noFill/>
          <a:ln/>
        </p:spPr>
        <p:txBody>
          <a:bodyPr wrap="square" lIns="0" tIns="0" rIns="0" bIns="0" rtlCol="0" anchor="t"/>
          <a:lstStyle/>
          <a:p>
            <a:pPr marL="0" indent="0" algn="l">
              <a:lnSpc>
                <a:spcPct val="120000"/>
              </a:lnSpc>
              <a:buNone/>
            </a:pPr>
            <a:r>
              <a:rPr lang="en-US" sz="1400" dirty="0">
                <a:solidFill>
                  <a:srgbClr val="2B2F34"/>
                </a:solidFill>
                <a:latin typeface="맑은 고딕" pitchFamily="34" charset="0"/>
                <a:ea typeface="맑은 고딕" pitchFamily="34" charset="-122"/>
                <a:cs typeface="맑은 고딕" pitchFamily="34" charset="-120"/>
              </a:rPr>
              <a:t>PDF/DOCX는 BackgroundTasks로 비동기 생성,</a:t>
            </a:r>
            <a:endParaRPr lang="en-US" sz="1400" dirty="0"/>
          </a:p>
          <a:p>
            <a:pPr marL="0" indent="0" algn="l">
              <a:lnSpc>
                <a:spcPct val="120000"/>
              </a:lnSpc>
              <a:buNone/>
            </a:pPr>
            <a:r>
              <a:rPr lang="en-US" sz="1400" dirty="0">
                <a:solidFill>
                  <a:srgbClr val="2B2F34"/>
                </a:solidFill>
                <a:latin typeface="맑은 고딕" pitchFamily="34" charset="0"/>
                <a:ea typeface="맑은 고딕" pitchFamily="34" charset="-122"/>
                <a:cs typeface="맑은 고딕" pitchFamily="34" charset="-120"/>
              </a:rPr>
              <a:t>상태 폴링으로 완료 확인 후 다운로드</a:t>
            </a:r>
            <a:endParaRPr lang="en-US" sz="1400" dirty="0"/>
          </a:p>
        </p:txBody>
      </p:sp>
      <p:sp>
        <p:nvSpPr>
          <p:cNvPr id="25" name="Slide Number Placeholder 0"/>
          <p:cNvSpPr>
            <a:spLocks noGrp="1"/>
          </p:cNvSpPr>
          <p:nvPr>
            <p:ph type="sldNum" sz="quarter" idx="4294967295"/>
          </p:nvPr>
        </p:nvSpPr>
        <p:spPr>
          <a:xfrm>
            <a:off x="10634472" y="6455664"/>
            <a:ext cx="9144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latin typeface="맑은 고딕"/>
                <a:ea typeface="맑은 고딕"/>
                <a:cs typeface="맑은 고딕"/>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640080" y="402336"/>
            <a:ext cx="8229600" cy="274320"/>
          </a:xfrm>
          <a:prstGeom prst="rect">
            <a:avLst/>
          </a:prstGeom>
          <a:noFill/>
          <a:ln/>
        </p:spPr>
        <p:txBody>
          <a:bodyPr wrap="square" lIns="0" tIns="0" rIns="0" bIns="0" rtlCol="0" anchor="ctr"/>
          <a:lstStyle/>
          <a:p>
            <a:pPr marL="0" indent="0">
              <a:buNone/>
            </a:pPr>
            <a:r>
              <a:rPr lang="en-US" sz="1200" b="1" kern="0" spc="100" dirty="0">
                <a:solidFill>
                  <a:srgbClr val="B8562E"/>
                </a:solidFill>
                <a:latin typeface="맑은 고딕" pitchFamily="34" charset="0"/>
                <a:ea typeface="맑은 고딕" pitchFamily="34" charset="-122"/>
                <a:cs typeface="맑은 고딕" pitchFamily="34" charset="-120"/>
              </a:rPr>
              <a:t>08 · Live Demo</a:t>
            </a:r>
            <a:endParaRPr lang="en-US" sz="1200" dirty="0"/>
          </a:p>
        </p:txBody>
      </p:sp>
      <p:sp>
        <p:nvSpPr>
          <p:cNvPr id="3" name="Text 0"/>
          <p:cNvSpPr>
            <a:spLocks noGrp="1"/>
          </p:cNvSpPr>
          <p:nvPr>
            <p:ph type="title" idx="100" hasCustomPrompt="1"/>
          </p:nvPr>
        </p:nvSpPr>
        <p:spPr>
          <a:xfrm>
            <a:off x="640080" y="731520"/>
            <a:ext cx="10908792" cy="640080"/>
          </a:xfrm>
          <a:prstGeom prst="rect">
            <a:avLst/>
          </a:prstGeom>
          <a:noFill/>
          <a:ln/>
        </p:spPr>
        <p:txBody>
          <a:bodyPr wrap="square" lIns="0" tIns="0" rIns="0" bIns="0" rtlCol="0" anchor="t"/>
          <a:lstStyle/>
          <a:p>
            <a:pPr marL="0" indent="0" algn="l">
              <a:buNone/>
            </a:pPr>
            <a:r>
              <a:rPr lang="en-US" sz="3000" b="1" dirty="0">
                <a:solidFill>
                  <a:srgbClr val="1F2328"/>
                </a:solidFill>
                <a:latin typeface="맑은 고딕" pitchFamily="34" charset="0"/>
                <a:ea typeface="맑은 고딕" pitchFamily="34" charset="-122"/>
                <a:cs typeface="맑은 고딕" pitchFamily="34" charset="-120"/>
              </a:rPr>
              <a:t>실행 데모</a:t>
            </a:r>
            <a:endParaRPr lang="en-US" sz="3000" dirty="0"/>
          </a:p>
        </p:txBody>
      </p:sp>
      <p:pic>
        <p:nvPicPr>
          <p:cNvPr id="5" name="Image 0" descr="로그인"/>
          <p:cNvPicPr>
            <a:picLocks noChangeAspect="1"/>
          </p:cNvPicPr>
          <p:nvPr/>
        </p:nvPicPr>
        <p:blipFill>
          <a:blip r:embed="rId3"/>
          <a:stretch>
            <a:fillRect/>
          </a:stretch>
        </p:blipFill>
        <p:spPr>
          <a:xfrm>
            <a:off x="1010839" y="1600200"/>
            <a:ext cx="1773082" cy="3794760"/>
          </a:xfrm>
          <a:prstGeom prst="rect">
            <a:avLst/>
          </a:prstGeom>
        </p:spPr>
      </p:pic>
      <p:sp>
        <p:nvSpPr>
          <p:cNvPr id="6" name="Text 2"/>
          <p:cNvSpPr txBox="1"/>
          <p:nvPr/>
        </p:nvSpPr>
        <p:spPr>
          <a:xfrm>
            <a:off x="640080" y="5486400"/>
            <a:ext cx="2514600" cy="292608"/>
          </a:xfrm>
          <a:prstGeom prst="rect">
            <a:avLst/>
          </a:prstGeom>
          <a:noFill/>
          <a:ln/>
        </p:spPr>
        <p:txBody>
          <a:bodyPr wrap="square" lIns="0" tIns="0" rIns="0" bIns="0" rtlCol="0" anchor="t"/>
          <a:lstStyle/>
          <a:p>
            <a:pPr marL="0" indent="0" algn="ctr">
              <a:lnSpc>
                <a:spcPct val="115000"/>
              </a:lnSpc>
              <a:buNone/>
            </a:pPr>
            <a:r>
              <a:rPr lang="en-US" sz="1400" b="1" dirty="0">
                <a:solidFill>
                  <a:srgbClr val="B8562E"/>
                </a:solidFill>
                <a:latin typeface="맑은 고딕" pitchFamily="34" charset="0"/>
                <a:ea typeface="맑은 고딕" pitchFamily="34" charset="-122"/>
                <a:cs typeface="맑은 고딕" pitchFamily="34" charset="-120"/>
              </a:rPr>
              <a:t>1  </a:t>
            </a:r>
            <a:r>
              <a:rPr lang="en-US" sz="1400" b="1" dirty="0">
                <a:solidFill>
                  <a:srgbClr val="1F2328"/>
                </a:solidFill>
                <a:latin typeface="맑은 고딕" pitchFamily="34" charset="0"/>
                <a:ea typeface="맑은 고딕" pitchFamily="34" charset="-122"/>
                <a:cs typeface="맑은 고딕" pitchFamily="34" charset="-120"/>
              </a:rPr>
              <a:t>로그인</a:t>
            </a:r>
            <a:endParaRPr lang="en-US" sz="1400" dirty="0"/>
          </a:p>
        </p:txBody>
      </p:sp>
      <p:sp>
        <p:nvSpPr>
          <p:cNvPr id="7" name="Shape 3"/>
          <p:cNvSpPr/>
          <p:nvPr/>
        </p:nvSpPr>
        <p:spPr>
          <a:xfrm>
            <a:off x="3063240" y="3474720"/>
            <a:ext cx="466344" cy="0"/>
          </a:xfrm>
          <a:prstGeom prst="line">
            <a:avLst/>
          </a:prstGeom>
          <a:noFill/>
          <a:ln w="15875">
            <a:solidFill>
              <a:srgbClr val="6B7280"/>
            </a:solidFill>
            <a:prstDash val="solid"/>
            <a:tailEnd type="triangle"/>
          </a:ln>
        </p:spPr>
      </p:sp>
      <p:pic>
        <p:nvPicPr>
          <p:cNvPr id="8" name="Image 1" descr="건물·프로젝트 등록"/>
          <p:cNvPicPr>
            <a:picLocks noChangeAspect="1"/>
          </p:cNvPicPr>
          <p:nvPr/>
        </p:nvPicPr>
        <p:blipFill>
          <a:blip r:embed="rId4"/>
          <a:stretch>
            <a:fillRect/>
          </a:stretch>
        </p:blipFill>
        <p:spPr>
          <a:xfrm>
            <a:off x="3801592" y="1600200"/>
            <a:ext cx="1787705" cy="3794760"/>
          </a:xfrm>
          <a:prstGeom prst="rect">
            <a:avLst/>
          </a:prstGeom>
        </p:spPr>
      </p:pic>
      <p:sp>
        <p:nvSpPr>
          <p:cNvPr id="9" name="Text 4"/>
          <p:cNvSpPr txBox="1"/>
          <p:nvPr/>
        </p:nvSpPr>
        <p:spPr>
          <a:xfrm>
            <a:off x="3438144" y="5486400"/>
            <a:ext cx="2514600" cy="292608"/>
          </a:xfrm>
          <a:prstGeom prst="rect">
            <a:avLst/>
          </a:prstGeom>
          <a:noFill/>
          <a:ln/>
        </p:spPr>
        <p:txBody>
          <a:bodyPr wrap="square" lIns="0" tIns="0" rIns="0" bIns="0" rtlCol="0" anchor="t"/>
          <a:lstStyle/>
          <a:p>
            <a:pPr marL="0" indent="0" algn="ctr">
              <a:lnSpc>
                <a:spcPct val="115000"/>
              </a:lnSpc>
              <a:buNone/>
            </a:pPr>
            <a:r>
              <a:rPr lang="en-US" sz="1400" b="1" dirty="0">
                <a:solidFill>
                  <a:srgbClr val="B8562E"/>
                </a:solidFill>
                <a:latin typeface="맑은 고딕" pitchFamily="34" charset="0"/>
                <a:ea typeface="맑은 고딕" pitchFamily="34" charset="-122"/>
                <a:cs typeface="맑은 고딕" pitchFamily="34" charset="-120"/>
              </a:rPr>
              <a:t>2  </a:t>
            </a:r>
            <a:r>
              <a:rPr lang="en-US" sz="1400" b="1" dirty="0">
                <a:solidFill>
                  <a:srgbClr val="1F2328"/>
                </a:solidFill>
                <a:latin typeface="맑은 고딕" pitchFamily="34" charset="0"/>
                <a:ea typeface="맑은 고딕" pitchFamily="34" charset="-122"/>
                <a:cs typeface="맑은 고딕" pitchFamily="34" charset="-120"/>
              </a:rPr>
              <a:t>건물·프로젝트 등록</a:t>
            </a:r>
            <a:endParaRPr lang="en-US" sz="1400" dirty="0"/>
          </a:p>
        </p:txBody>
      </p:sp>
      <p:sp>
        <p:nvSpPr>
          <p:cNvPr id="10" name="Shape 5"/>
          <p:cNvSpPr/>
          <p:nvPr/>
        </p:nvSpPr>
        <p:spPr>
          <a:xfrm>
            <a:off x="5861304" y="3474720"/>
            <a:ext cx="466344" cy="0"/>
          </a:xfrm>
          <a:prstGeom prst="line">
            <a:avLst/>
          </a:prstGeom>
          <a:noFill/>
          <a:ln w="15875">
            <a:solidFill>
              <a:srgbClr val="6B7280"/>
            </a:solidFill>
            <a:prstDash val="solid"/>
            <a:tailEnd type="triangle"/>
          </a:ln>
        </p:spPr>
      </p:sp>
      <p:pic>
        <p:nvPicPr>
          <p:cNvPr id="11" name="Image 2" descr="사진 촬영·업로드"/>
          <p:cNvPicPr>
            <a:picLocks noChangeAspect="1"/>
          </p:cNvPicPr>
          <p:nvPr/>
        </p:nvPicPr>
        <p:blipFill>
          <a:blip r:embed="rId5"/>
          <a:stretch>
            <a:fillRect/>
          </a:stretch>
        </p:blipFill>
        <p:spPr>
          <a:xfrm>
            <a:off x="6610623" y="1600200"/>
            <a:ext cx="1765770" cy="3794760"/>
          </a:xfrm>
          <a:prstGeom prst="rect">
            <a:avLst/>
          </a:prstGeom>
        </p:spPr>
      </p:pic>
      <p:sp>
        <p:nvSpPr>
          <p:cNvPr id="12" name="Text 6"/>
          <p:cNvSpPr txBox="1"/>
          <p:nvPr/>
        </p:nvSpPr>
        <p:spPr>
          <a:xfrm>
            <a:off x="6236208" y="5486400"/>
            <a:ext cx="2514600" cy="292608"/>
          </a:xfrm>
          <a:prstGeom prst="rect">
            <a:avLst/>
          </a:prstGeom>
          <a:noFill/>
          <a:ln/>
        </p:spPr>
        <p:txBody>
          <a:bodyPr wrap="square" lIns="0" tIns="0" rIns="0" bIns="0" rtlCol="0" anchor="t"/>
          <a:lstStyle/>
          <a:p>
            <a:pPr marL="0" indent="0" algn="ctr">
              <a:lnSpc>
                <a:spcPct val="115000"/>
              </a:lnSpc>
              <a:buNone/>
            </a:pPr>
            <a:r>
              <a:rPr lang="en-US" sz="1400" b="1" dirty="0">
                <a:solidFill>
                  <a:srgbClr val="B8562E"/>
                </a:solidFill>
                <a:latin typeface="맑은 고딕" pitchFamily="34" charset="0"/>
                <a:ea typeface="맑은 고딕" pitchFamily="34" charset="-122"/>
                <a:cs typeface="맑은 고딕" pitchFamily="34" charset="-120"/>
              </a:rPr>
              <a:t>3  </a:t>
            </a:r>
            <a:r>
              <a:rPr lang="en-US" sz="1400" b="1" dirty="0">
                <a:solidFill>
                  <a:srgbClr val="1F2328"/>
                </a:solidFill>
                <a:latin typeface="맑은 고딕" pitchFamily="34" charset="0"/>
                <a:ea typeface="맑은 고딕" pitchFamily="34" charset="-122"/>
                <a:cs typeface="맑은 고딕" pitchFamily="34" charset="-120"/>
              </a:rPr>
              <a:t>사진 촬영·업로드</a:t>
            </a:r>
            <a:endParaRPr lang="en-US" sz="1400" dirty="0"/>
          </a:p>
        </p:txBody>
      </p:sp>
      <p:sp>
        <p:nvSpPr>
          <p:cNvPr id="13" name="Shape 7"/>
          <p:cNvSpPr/>
          <p:nvPr/>
        </p:nvSpPr>
        <p:spPr>
          <a:xfrm>
            <a:off x="8659368" y="3474720"/>
            <a:ext cx="466344" cy="0"/>
          </a:xfrm>
          <a:prstGeom prst="line">
            <a:avLst/>
          </a:prstGeom>
          <a:noFill/>
          <a:ln w="15875">
            <a:solidFill>
              <a:srgbClr val="6B7280"/>
            </a:solidFill>
            <a:prstDash val="solid"/>
            <a:tailEnd type="triangle"/>
          </a:ln>
        </p:spPr>
      </p:sp>
      <p:pic>
        <p:nvPicPr>
          <p:cNvPr id="14" name="Image 3" descr="AI 분석 중"/>
          <p:cNvPicPr>
            <a:picLocks noChangeAspect="1"/>
          </p:cNvPicPr>
          <p:nvPr/>
        </p:nvPicPr>
        <p:blipFill>
          <a:blip r:embed="rId6"/>
          <a:stretch>
            <a:fillRect/>
          </a:stretch>
        </p:blipFill>
        <p:spPr>
          <a:xfrm>
            <a:off x="9400296" y="1600200"/>
            <a:ext cx="1782553" cy="3794760"/>
          </a:xfrm>
          <a:prstGeom prst="rect">
            <a:avLst/>
          </a:prstGeom>
        </p:spPr>
      </p:pic>
      <p:sp>
        <p:nvSpPr>
          <p:cNvPr id="15" name="Text 8"/>
          <p:cNvSpPr txBox="1"/>
          <p:nvPr/>
        </p:nvSpPr>
        <p:spPr>
          <a:xfrm>
            <a:off x="9034272" y="5486400"/>
            <a:ext cx="2514600" cy="292608"/>
          </a:xfrm>
          <a:prstGeom prst="rect">
            <a:avLst/>
          </a:prstGeom>
          <a:noFill/>
          <a:ln/>
        </p:spPr>
        <p:txBody>
          <a:bodyPr wrap="square" lIns="0" tIns="0" rIns="0" bIns="0" rtlCol="0" anchor="t"/>
          <a:lstStyle/>
          <a:p>
            <a:pPr marL="0" indent="0" algn="ctr">
              <a:lnSpc>
                <a:spcPct val="115000"/>
              </a:lnSpc>
              <a:buNone/>
            </a:pPr>
            <a:r>
              <a:rPr lang="en-US" sz="1400" b="1" dirty="0">
                <a:solidFill>
                  <a:srgbClr val="B8562E"/>
                </a:solidFill>
                <a:latin typeface="맑은 고딕" pitchFamily="34" charset="0"/>
                <a:ea typeface="맑은 고딕" pitchFamily="34" charset="-122"/>
                <a:cs typeface="맑은 고딕" pitchFamily="34" charset="-120"/>
              </a:rPr>
              <a:t>4  </a:t>
            </a:r>
            <a:r>
              <a:rPr lang="en-US" sz="1400" b="1" dirty="0">
                <a:solidFill>
                  <a:srgbClr val="1F2328"/>
                </a:solidFill>
                <a:latin typeface="맑은 고딕" pitchFamily="34" charset="0"/>
                <a:ea typeface="맑은 고딕" pitchFamily="34" charset="-122"/>
                <a:cs typeface="맑은 고딕" pitchFamily="34" charset="-120"/>
              </a:rPr>
              <a:t>AI 분석 중</a:t>
            </a:r>
            <a:endParaRPr lang="en-US" sz="1400" dirty="0"/>
          </a:p>
        </p:txBody>
      </p:sp>
      <p:sp>
        <p:nvSpPr>
          <p:cNvPr id="16" name="Text 9"/>
          <p:cNvSpPr txBox="1"/>
          <p:nvPr/>
        </p:nvSpPr>
        <p:spPr>
          <a:xfrm>
            <a:off x="640080" y="5943600"/>
            <a:ext cx="10908792" cy="347472"/>
          </a:xfrm>
          <a:prstGeom prst="rect">
            <a:avLst/>
          </a:prstGeom>
          <a:noFill/>
          <a:ln/>
        </p:spPr>
        <p:txBody>
          <a:bodyPr wrap="square" lIns="0" tIns="0" rIns="0" bIns="0" rtlCol="0" anchor="t"/>
          <a:lstStyle/>
          <a:p>
            <a:pPr marL="0" indent="0" algn="ctr">
              <a:lnSpc>
                <a:spcPct val="115000"/>
              </a:lnSpc>
              <a:buNone/>
            </a:pPr>
            <a:r>
              <a:rPr lang="en-US" sz="1600" b="1" dirty="0">
                <a:solidFill>
                  <a:srgbClr val="B8562E"/>
                </a:solidFill>
                <a:latin typeface="맑은 고딕" pitchFamily="34" charset="0"/>
                <a:ea typeface="맑은 고딕" pitchFamily="34" charset="-122"/>
                <a:cs typeface="맑은 고딕" pitchFamily="34" charset="-120"/>
              </a:rPr>
              <a:t>업로드  →  AI 탐지  →  안전등급 산정  →  보고서 생성</a:t>
            </a:r>
            <a:endParaRPr lang="en-US" sz="1600" dirty="0"/>
          </a:p>
        </p:txBody>
      </p:sp>
      <p:sp>
        <p:nvSpPr>
          <p:cNvPr id="25" name="Slide Number Placeholder 0"/>
          <p:cNvSpPr>
            <a:spLocks noGrp="1"/>
          </p:cNvSpPr>
          <p:nvPr>
            <p:ph type="sldNum" sz="quarter" idx="4294967295"/>
          </p:nvPr>
        </p:nvSpPr>
        <p:spPr>
          <a:xfrm>
            <a:off x="10634472" y="6455664"/>
            <a:ext cx="9144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latin typeface="맑은 고딕"/>
                <a:ea typeface="맑은 고딕"/>
                <a:cs typeface="맑은 고딕"/>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640080" y="402336"/>
            <a:ext cx="8229600" cy="274320"/>
          </a:xfrm>
          <a:prstGeom prst="rect">
            <a:avLst/>
          </a:prstGeom>
          <a:noFill/>
          <a:ln/>
        </p:spPr>
        <p:txBody>
          <a:bodyPr wrap="square" lIns="0" tIns="0" rIns="0" bIns="0" rtlCol="0" anchor="ctr"/>
          <a:lstStyle/>
          <a:p>
            <a:pPr marL="0" indent="0">
              <a:buNone/>
            </a:pPr>
            <a:r>
              <a:rPr lang="en-US" sz="1200" b="1" kern="0" spc="100" dirty="0">
                <a:solidFill>
                  <a:srgbClr val="B8562E"/>
                </a:solidFill>
                <a:latin typeface="맑은 고딕" pitchFamily="34" charset="0"/>
                <a:ea typeface="맑은 고딕" pitchFamily="34" charset="-122"/>
                <a:cs typeface="맑은 고딕" pitchFamily="34" charset="-120"/>
              </a:rPr>
              <a:t>09 · Experiments &amp; Results</a:t>
            </a:r>
            <a:endParaRPr lang="en-US" sz="1200" dirty="0"/>
          </a:p>
        </p:txBody>
      </p:sp>
      <p:sp>
        <p:nvSpPr>
          <p:cNvPr id="3" name="Text 0"/>
          <p:cNvSpPr>
            <a:spLocks noGrp="1"/>
          </p:cNvSpPr>
          <p:nvPr>
            <p:ph type="title" idx="100" hasCustomPrompt="1"/>
          </p:nvPr>
        </p:nvSpPr>
        <p:spPr>
          <a:xfrm>
            <a:off x="640080" y="731520"/>
            <a:ext cx="10908792" cy="640080"/>
          </a:xfrm>
          <a:prstGeom prst="rect">
            <a:avLst/>
          </a:prstGeom>
          <a:noFill/>
          <a:ln/>
        </p:spPr>
        <p:txBody>
          <a:bodyPr wrap="square" lIns="0" tIns="0" rIns="0" bIns="0" rtlCol="0" anchor="t"/>
          <a:lstStyle/>
          <a:p>
            <a:pPr marL="0" indent="0" algn="l">
              <a:buNone/>
            </a:pPr>
            <a:r>
              <a:rPr lang="en-US" sz="3000" b="1" dirty="0">
                <a:solidFill>
                  <a:srgbClr val="1F2328"/>
                </a:solidFill>
                <a:latin typeface="맑은 고딕" pitchFamily="34" charset="0"/>
                <a:ea typeface="맑은 고딕" pitchFamily="34" charset="-122"/>
                <a:cs typeface="맑은 고딕" pitchFamily="34" charset="-120"/>
              </a:rPr>
              <a:t>실험 및 결과</a:t>
            </a:r>
            <a:endParaRPr lang="en-US" sz="3000" dirty="0"/>
          </a:p>
        </p:txBody>
      </p:sp>
      <p:sp>
        <p:nvSpPr>
          <p:cNvPr id="5" name="Text 2"/>
          <p:cNvSpPr txBox="1"/>
          <p:nvPr/>
        </p:nvSpPr>
        <p:spPr>
          <a:xfrm>
            <a:off x="640080" y="1600200"/>
            <a:ext cx="2560320" cy="868680"/>
          </a:xfrm>
          <a:prstGeom prst="rect">
            <a:avLst/>
          </a:prstGeom>
          <a:noFill/>
          <a:ln/>
        </p:spPr>
        <p:txBody>
          <a:bodyPr wrap="square" lIns="0" tIns="0" rIns="0" bIns="0" rtlCol="0" anchor="t"/>
          <a:lstStyle/>
          <a:p>
            <a:pPr marL="0" indent="0" algn="l">
              <a:lnSpc>
                <a:spcPct val="115000"/>
              </a:lnSpc>
              <a:buNone/>
            </a:pPr>
            <a:r>
              <a:rPr lang="en-US" sz="4000" b="1" dirty="0">
                <a:solidFill>
                  <a:srgbClr val="B8562E"/>
                </a:solidFill>
                <a:latin typeface="Cambria" pitchFamily="34" charset="0"/>
                <a:ea typeface="Cambria" pitchFamily="34" charset="-122"/>
                <a:cs typeface="Cambria" pitchFamily="34" charset="-120"/>
              </a:rPr>
              <a:t>0.86</a:t>
            </a:r>
            <a:endParaRPr lang="en-US" sz="4000" dirty="0"/>
          </a:p>
        </p:txBody>
      </p:sp>
      <p:sp>
        <p:nvSpPr>
          <p:cNvPr id="6" name="Text 3"/>
          <p:cNvSpPr txBox="1"/>
          <p:nvPr/>
        </p:nvSpPr>
        <p:spPr>
          <a:xfrm>
            <a:off x="640080" y="2487168"/>
            <a:ext cx="2560320" cy="274320"/>
          </a:xfrm>
          <a:prstGeom prst="rect">
            <a:avLst/>
          </a:prstGeom>
          <a:noFill/>
          <a:ln/>
        </p:spPr>
        <p:txBody>
          <a:bodyPr wrap="square" lIns="0" tIns="0" rIns="0" bIns="0" rtlCol="0" anchor="t"/>
          <a:lstStyle/>
          <a:p>
            <a:pPr marL="0" indent="0" algn="l">
              <a:lnSpc>
                <a:spcPct val="115000"/>
              </a:lnSpc>
              <a:buNone/>
            </a:pPr>
            <a:r>
              <a:rPr lang="en-US" sz="1400" b="1" dirty="0">
                <a:solidFill>
                  <a:srgbClr val="1F2328"/>
                </a:solidFill>
                <a:latin typeface="맑은 고딕" pitchFamily="34" charset="0"/>
                <a:ea typeface="맑은 고딕" pitchFamily="34" charset="-122"/>
                <a:cs typeface="맑은 고딕" pitchFamily="34" charset="-120"/>
              </a:rPr>
              <a:t>mAP50</a:t>
            </a:r>
            <a:endParaRPr lang="en-US" sz="1400" dirty="0"/>
          </a:p>
        </p:txBody>
      </p:sp>
      <p:sp>
        <p:nvSpPr>
          <p:cNvPr id="7" name="Text 4"/>
          <p:cNvSpPr txBox="1"/>
          <p:nvPr/>
        </p:nvSpPr>
        <p:spPr>
          <a:xfrm>
            <a:off x="640080" y="2779776"/>
            <a:ext cx="2560320" cy="457200"/>
          </a:xfrm>
          <a:prstGeom prst="rect">
            <a:avLst/>
          </a:prstGeom>
          <a:noFill/>
          <a:ln/>
        </p:spPr>
        <p:txBody>
          <a:bodyPr wrap="square" lIns="0" tIns="0" rIns="0" bIns="0" rtlCol="0" anchor="t"/>
          <a:lstStyle/>
          <a:p>
            <a:pPr marL="0" indent="0" algn="l">
              <a:lnSpc>
                <a:spcPct val="110000"/>
              </a:lnSpc>
              <a:buNone/>
            </a:pPr>
            <a:r>
              <a:rPr lang="en-US" sz="1200" dirty="0">
                <a:solidFill>
                  <a:srgbClr val="6B7280"/>
                </a:solidFill>
                <a:latin typeface="맑은 고딕" pitchFamily="34" charset="0"/>
                <a:ea typeface="맑은 고딕" pitchFamily="34" charset="-122"/>
                <a:cs typeface="맑은 고딕" pitchFamily="34" charset="-120"/>
              </a:rPr>
              <a:t>YOLOv8n 커스텀 학습 모델</a:t>
            </a:r>
            <a:endParaRPr lang="en-US" sz="1200" dirty="0"/>
          </a:p>
        </p:txBody>
      </p:sp>
      <p:sp>
        <p:nvSpPr>
          <p:cNvPr id="8" name="Text 5"/>
          <p:cNvSpPr txBox="1"/>
          <p:nvPr/>
        </p:nvSpPr>
        <p:spPr>
          <a:xfrm>
            <a:off x="3422599" y="1600200"/>
            <a:ext cx="2560320" cy="868680"/>
          </a:xfrm>
          <a:prstGeom prst="rect">
            <a:avLst/>
          </a:prstGeom>
          <a:noFill/>
          <a:ln/>
        </p:spPr>
        <p:txBody>
          <a:bodyPr wrap="square" lIns="0" tIns="0" rIns="0" bIns="0" rtlCol="0" anchor="t"/>
          <a:lstStyle/>
          <a:p>
            <a:pPr marL="0" indent="0" algn="l">
              <a:lnSpc>
                <a:spcPct val="115000"/>
              </a:lnSpc>
              <a:buNone/>
            </a:pPr>
            <a:r>
              <a:rPr lang="en-US" sz="4000" b="1" dirty="0">
                <a:solidFill>
                  <a:srgbClr val="B8562E"/>
                </a:solidFill>
                <a:latin typeface="Cambria" pitchFamily="34" charset="0"/>
                <a:ea typeface="Cambria" pitchFamily="34" charset="-122"/>
                <a:cs typeface="Cambria" pitchFamily="34" charset="-120"/>
              </a:rPr>
              <a:t>50ms</a:t>
            </a:r>
            <a:endParaRPr lang="en-US" sz="4000" dirty="0"/>
          </a:p>
        </p:txBody>
      </p:sp>
      <p:sp>
        <p:nvSpPr>
          <p:cNvPr id="9" name="Text 6"/>
          <p:cNvSpPr txBox="1"/>
          <p:nvPr/>
        </p:nvSpPr>
        <p:spPr>
          <a:xfrm>
            <a:off x="3422599" y="2487168"/>
            <a:ext cx="2560320" cy="274320"/>
          </a:xfrm>
          <a:prstGeom prst="rect">
            <a:avLst/>
          </a:prstGeom>
          <a:noFill/>
          <a:ln/>
        </p:spPr>
        <p:txBody>
          <a:bodyPr wrap="square" lIns="0" tIns="0" rIns="0" bIns="0" rtlCol="0" anchor="t"/>
          <a:lstStyle/>
          <a:p>
            <a:pPr marL="0" indent="0" algn="l">
              <a:lnSpc>
                <a:spcPct val="115000"/>
              </a:lnSpc>
              <a:buNone/>
            </a:pPr>
            <a:r>
              <a:rPr lang="en-US" sz="1400" b="1" dirty="0">
                <a:solidFill>
                  <a:srgbClr val="1F2328"/>
                </a:solidFill>
                <a:latin typeface="맑은 고딕" pitchFamily="34" charset="0"/>
                <a:ea typeface="맑은 고딕" pitchFamily="34" charset="-122"/>
                <a:cs typeface="맑은 고딕" pitchFamily="34" charset="-120"/>
              </a:rPr>
              <a:t>장당 평균 추론 속도</a:t>
            </a:r>
            <a:endParaRPr lang="en-US" sz="1400" dirty="0"/>
          </a:p>
        </p:txBody>
      </p:sp>
      <p:sp>
        <p:nvSpPr>
          <p:cNvPr id="10" name="Text 7"/>
          <p:cNvSpPr txBox="1"/>
          <p:nvPr/>
        </p:nvSpPr>
        <p:spPr>
          <a:xfrm>
            <a:off x="3422599" y="2779776"/>
            <a:ext cx="2560320" cy="457200"/>
          </a:xfrm>
          <a:prstGeom prst="rect">
            <a:avLst/>
          </a:prstGeom>
          <a:noFill/>
          <a:ln/>
        </p:spPr>
        <p:txBody>
          <a:bodyPr wrap="square" lIns="0" tIns="0" rIns="0" bIns="0" rtlCol="0" anchor="t"/>
          <a:lstStyle/>
          <a:p>
            <a:pPr marL="0" indent="0" algn="l">
              <a:lnSpc>
                <a:spcPct val="110000"/>
              </a:lnSpc>
              <a:buNone/>
            </a:pPr>
            <a:r>
              <a:rPr lang="en-US" sz="1200" dirty="0">
                <a:solidFill>
                  <a:srgbClr val="6B7280"/>
                </a:solidFill>
                <a:latin typeface="맑은 고딕" pitchFamily="34" charset="0"/>
                <a:ea typeface="맑은 고딕" pitchFamily="34" charset="-122"/>
                <a:cs typeface="맑은 고딕" pitchFamily="34" charset="-120"/>
              </a:rPr>
              <a:t>CPU 기준</a:t>
            </a:r>
            <a:endParaRPr lang="en-US" sz="1200" dirty="0"/>
          </a:p>
        </p:txBody>
      </p:sp>
      <p:sp>
        <p:nvSpPr>
          <p:cNvPr id="11" name="Text 8"/>
          <p:cNvSpPr txBox="1"/>
          <p:nvPr/>
        </p:nvSpPr>
        <p:spPr>
          <a:xfrm>
            <a:off x="6205118" y="1600200"/>
            <a:ext cx="2560320" cy="868680"/>
          </a:xfrm>
          <a:prstGeom prst="rect">
            <a:avLst/>
          </a:prstGeom>
          <a:noFill/>
          <a:ln/>
        </p:spPr>
        <p:txBody>
          <a:bodyPr wrap="square" lIns="0" tIns="0" rIns="0" bIns="0" rtlCol="0" anchor="t"/>
          <a:lstStyle/>
          <a:p>
            <a:pPr marL="0" indent="0" algn="l">
              <a:lnSpc>
                <a:spcPct val="115000"/>
              </a:lnSpc>
              <a:buNone/>
            </a:pPr>
            <a:r>
              <a:rPr lang="en-US" sz="4000" b="1" dirty="0">
                <a:solidFill>
                  <a:srgbClr val="B8562E"/>
                </a:solidFill>
                <a:latin typeface="Cambria" pitchFamily="34" charset="0"/>
                <a:ea typeface="Cambria" pitchFamily="34" charset="-122"/>
                <a:cs typeface="Cambria" pitchFamily="34" charset="-120"/>
              </a:rPr>
              <a:t>1,350</a:t>
            </a:r>
            <a:endParaRPr lang="en-US" sz="4000" dirty="0"/>
          </a:p>
        </p:txBody>
      </p:sp>
      <p:sp>
        <p:nvSpPr>
          <p:cNvPr id="12" name="Text 9"/>
          <p:cNvSpPr txBox="1"/>
          <p:nvPr/>
        </p:nvSpPr>
        <p:spPr>
          <a:xfrm>
            <a:off x="6205118" y="2487168"/>
            <a:ext cx="2560320" cy="274320"/>
          </a:xfrm>
          <a:prstGeom prst="rect">
            <a:avLst/>
          </a:prstGeom>
          <a:noFill/>
          <a:ln/>
        </p:spPr>
        <p:txBody>
          <a:bodyPr wrap="square" lIns="0" tIns="0" rIns="0" bIns="0" rtlCol="0" anchor="t"/>
          <a:lstStyle/>
          <a:p>
            <a:pPr marL="0" indent="0" algn="l">
              <a:lnSpc>
                <a:spcPct val="115000"/>
              </a:lnSpc>
              <a:buNone/>
            </a:pPr>
            <a:r>
              <a:rPr lang="en-US" sz="1400" b="1" dirty="0">
                <a:solidFill>
                  <a:srgbClr val="1F2328"/>
                </a:solidFill>
                <a:latin typeface="맑은 고딕" pitchFamily="34" charset="0"/>
                <a:ea typeface="맑은 고딕" pitchFamily="34" charset="-122"/>
                <a:cs typeface="맑은 고딕" pitchFamily="34" charset="-120"/>
              </a:rPr>
              <a:t>학습 데이터셋 (장)</a:t>
            </a:r>
            <a:endParaRPr lang="en-US" sz="1400" dirty="0"/>
          </a:p>
        </p:txBody>
      </p:sp>
      <p:sp>
        <p:nvSpPr>
          <p:cNvPr id="13" name="Text 10"/>
          <p:cNvSpPr txBox="1"/>
          <p:nvPr/>
        </p:nvSpPr>
        <p:spPr>
          <a:xfrm>
            <a:off x="6205118" y="2779776"/>
            <a:ext cx="2560320" cy="457200"/>
          </a:xfrm>
          <a:prstGeom prst="rect">
            <a:avLst/>
          </a:prstGeom>
          <a:noFill/>
          <a:ln/>
        </p:spPr>
        <p:txBody>
          <a:bodyPr wrap="square" lIns="0" tIns="0" rIns="0" bIns="0" rtlCol="0" anchor="t"/>
          <a:lstStyle/>
          <a:p>
            <a:pPr marL="0" indent="0" algn="l">
              <a:lnSpc>
                <a:spcPct val="110000"/>
              </a:lnSpc>
              <a:buNone/>
            </a:pPr>
            <a:r>
              <a:rPr lang="en-US" sz="1200" dirty="0">
                <a:solidFill>
                  <a:srgbClr val="6B7280"/>
                </a:solidFill>
                <a:latin typeface="맑은 고딕" pitchFamily="34" charset="0"/>
                <a:ea typeface="맑은 고딕" pitchFamily="34" charset="-122"/>
                <a:cs typeface="맑은 고딕" pitchFamily="34" charset="-120"/>
              </a:rPr>
              <a:t>학습 974 · 검증 190</a:t>
            </a:r>
            <a:endParaRPr lang="en-US" sz="1200" dirty="0"/>
          </a:p>
          <a:p>
            <a:pPr marL="0" indent="0" algn="l">
              <a:lnSpc>
                <a:spcPct val="110000"/>
              </a:lnSpc>
              <a:buNone/>
            </a:pPr>
            <a:r>
              <a:rPr lang="en-US" sz="1200" dirty="0">
                <a:solidFill>
                  <a:srgbClr val="6B7280"/>
                </a:solidFill>
                <a:latin typeface="맑은 고딕" pitchFamily="34" charset="0"/>
                <a:ea typeface="맑은 고딕" pitchFamily="34" charset="-122"/>
                <a:cs typeface="맑은 고딕" pitchFamily="34" charset="-120"/>
              </a:rPr>
              <a:t>테스트 186</a:t>
            </a:r>
            <a:endParaRPr lang="en-US" sz="1200" dirty="0"/>
          </a:p>
        </p:txBody>
      </p:sp>
      <p:sp>
        <p:nvSpPr>
          <p:cNvPr id="14" name="Text 11"/>
          <p:cNvSpPr txBox="1"/>
          <p:nvPr/>
        </p:nvSpPr>
        <p:spPr>
          <a:xfrm>
            <a:off x="8987638" y="1600200"/>
            <a:ext cx="2560320" cy="868680"/>
          </a:xfrm>
          <a:prstGeom prst="rect">
            <a:avLst/>
          </a:prstGeom>
          <a:noFill/>
          <a:ln/>
        </p:spPr>
        <p:txBody>
          <a:bodyPr wrap="square" lIns="0" tIns="0" rIns="0" bIns="0" rtlCol="0" anchor="t"/>
          <a:lstStyle/>
          <a:p>
            <a:pPr marL="0" indent="0" algn="l">
              <a:lnSpc>
                <a:spcPct val="115000"/>
              </a:lnSpc>
              <a:buNone/>
            </a:pPr>
            <a:r>
              <a:rPr lang="en-US" sz="4000" b="1" dirty="0">
                <a:solidFill>
                  <a:srgbClr val="B8562E"/>
                </a:solidFill>
                <a:latin typeface="Cambria" pitchFamily="34" charset="0"/>
                <a:ea typeface="Cambria" pitchFamily="34" charset="-122"/>
                <a:cs typeface="Cambria" pitchFamily="34" charset="-120"/>
              </a:rPr>
              <a:t>87%</a:t>
            </a:r>
            <a:endParaRPr lang="en-US" sz="4000" dirty="0"/>
          </a:p>
        </p:txBody>
      </p:sp>
      <p:sp>
        <p:nvSpPr>
          <p:cNvPr id="15" name="Text 12"/>
          <p:cNvSpPr txBox="1"/>
          <p:nvPr/>
        </p:nvSpPr>
        <p:spPr>
          <a:xfrm>
            <a:off x="8987638" y="2487168"/>
            <a:ext cx="2560320" cy="274320"/>
          </a:xfrm>
          <a:prstGeom prst="rect">
            <a:avLst/>
          </a:prstGeom>
          <a:noFill/>
          <a:ln/>
        </p:spPr>
        <p:txBody>
          <a:bodyPr wrap="square" lIns="0" tIns="0" rIns="0" bIns="0" rtlCol="0" anchor="t"/>
          <a:lstStyle/>
          <a:p>
            <a:pPr marL="0" indent="0" algn="l">
              <a:lnSpc>
                <a:spcPct val="115000"/>
              </a:lnSpc>
              <a:buNone/>
            </a:pPr>
            <a:r>
              <a:rPr lang="en-US" sz="1400" b="1" dirty="0">
                <a:solidFill>
                  <a:srgbClr val="1F2328"/>
                </a:solidFill>
                <a:latin typeface="맑은 고딕" pitchFamily="34" charset="0"/>
                <a:ea typeface="맑은 고딕" pitchFamily="34" charset="-122"/>
                <a:cs typeface="맑은 고딕" pitchFamily="34" charset="-120"/>
              </a:rPr>
              <a:t>전체 기능 완료</a:t>
            </a:r>
            <a:endParaRPr lang="en-US" sz="1400" dirty="0"/>
          </a:p>
        </p:txBody>
      </p:sp>
      <p:sp>
        <p:nvSpPr>
          <p:cNvPr id="16" name="Text 13"/>
          <p:cNvSpPr txBox="1"/>
          <p:nvPr/>
        </p:nvSpPr>
        <p:spPr>
          <a:xfrm>
            <a:off x="8987638" y="2779776"/>
            <a:ext cx="2560320" cy="457200"/>
          </a:xfrm>
          <a:prstGeom prst="rect">
            <a:avLst/>
          </a:prstGeom>
          <a:noFill/>
          <a:ln/>
        </p:spPr>
        <p:txBody>
          <a:bodyPr wrap="square" lIns="0" tIns="0" rIns="0" bIns="0" rtlCol="0" anchor="t"/>
          <a:lstStyle/>
          <a:p>
            <a:pPr marL="0" indent="0" algn="l">
              <a:lnSpc>
                <a:spcPct val="110000"/>
              </a:lnSpc>
              <a:buNone/>
            </a:pPr>
            <a:r>
              <a:rPr lang="en-US" sz="1200" dirty="0">
                <a:solidFill>
                  <a:srgbClr val="6B7280"/>
                </a:solidFill>
                <a:latin typeface="맑은 고딕" pitchFamily="34" charset="0"/>
                <a:ea typeface="맑은 고딕" pitchFamily="34" charset="-122"/>
                <a:cs typeface="맑은 고딕" pitchFamily="34" charset="-120"/>
              </a:rPr>
              <a:t>핵심 워크플로우</a:t>
            </a:r>
            <a:endParaRPr lang="en-US" sz="1200" dirty="0"/>
          </a:p>
          <a:p>
            <a:pPr marL="0" indent="0" algn="l">
              <a:lnSpc>
                <a:spcPct val="110000"/>
              </a:lnSpc>
              <a:buNone/>
            </a:pPr>
            <a:r>
              <a:rPr lang="en-US" sz="1200" dirty="0">
                <a:solidFill>
                  <a:srgbClr val="6B7280"/>
                </a:solidFill>
                <a:latin typeface="맑은 고딕" pitchFamily="34" charset="0"/>
                <a:ea typeface="맑은 고딕" pitchFamily="34" charset="-122"/>
                <a:cs typeface="맑은 고딕" pitchFamily="34" charset="-120"/>
              </a:rPr>
              <a:t>정상 동작 확인</a:t>
            </a:r>
            <a:endParaRPr lang="en-US" sz="1200" dirty="0"/>
          </a:p>
        </p:txBody>
      </p:sp>
      <p:sp>
        <p:nvSpPr>
          <p:cNvPr id="17" name="Text 14"/>
          <p:cNvSpPr txBox="1"/>
          <p:nvPr/>
        </p:nvSpPr>
        <p:spPr>
          <a:xfrm>
            <a:off x="640080" y="3474720"/>
            <a:ext cx="5486400" cy="274320"/>
          </a:xfrm>
          <a:prstGeom prst="rect">
            <a:avLst/>
          </a:prstGeom>
          <a:noFill/>
          <a:ln/>
        </p:spPr>
        <p:txBody>
          <a:bodyPr wrap="square" lIns="0" tIns="0" rIns="0" bIns="0" rtlCol="0" anchor="t"/>
          <a:lstStyle/>
          <a:p>
            <a:pPr marL="0" indent="0" algn="l">
              <a:lnSpc>
                <a:spcPct val="115000"/>
              </a:lnSpc>
              <a:buNone/>
            </a:pPr>
            <a:r>
              <a:rPr lang="en-US" sz="1400" b="1" dirty="0">
                <a:solidFill>
                  <a:srgbClr val="B8562E"/>
                </a:solidFill>
                <a:latin typeface="맑은 고딕" pitchFamily="34" charset="0"/>
                <a:ea typeface="맑은 고딕" pitchFamily="34" charset="-122"/>
                <a:cs typeface="맑은 고딕" pitchFamily="34" charset="-120"/>
              </a:rPr>
              <a:t>요구사항 대비 달성 현황</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40080" y="3794760"/>
          <a:ext cx="6309360" cy="2103120"/>
        </p:xfrm>
        <a:graphic>
          <a:graphicData uri="http://schemas.openxmlformats.org/drawingml/2006/table">
            <a:tbl>
              <a:tblPr/>
              <a:tblGrid>
                <a:gridCol w="256032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457200">
                <a:tc>
                  <a:txBody>
                    <a:bodyPr/>
                    <a:lstStyle/>
                    <a:p>
                      <a:pPr marL="0" indent="0" algn="l">
                        <a:buNone/>
                      </a:pPr>
                      <a:r>
                        <a:rPr lang="en-US" sz="1400" b="1" dirty="0">
                          <a:solidFill>
                            <a:srgbClr val="FFFFFF"/>
                          </a:solidFill>
                          <a:latin typeface="맑은 고딕" pitchFamily="34" charset="0"/>
                          <a:ea typeface="맑은 고딕" pitchFamily="34" charset="-122"/>
                          <a:cs typeface="맑은 고딕" pitchFamily="34" charset="-120"/>
                        </a:rPr>
                        <a:t>요구사항</a:t>
                      </a:r>
                      <a:endParaRPr lang="en-US" sz="1400" dirty="0">
                        <a:latin typeface="맑은 고딕" charset="0"/>
                        <a:ea typeface="맑은 고딕" charset="0"/>
                        <a:cs typeface="맑은 고딕" charset="0"/>
                      </a:endParaRPr>
                    </a:p>
                  </a:txBody>
                  <a:tcPr marL="109728" marR="109728" anchor="ctr">
                    <a:lnL w="9525" cap="flat" cmpd="sng" algn="ctr">
                      <a:solidFill>
                        <a:srgbClr val="D9DCE0"/>
                      </a:solidFill>
                      <a:prstDash val="solid"/>
                      <a:round/>
                      <a:headEnd type="none" w="med" len="med"/>
                      <a:tailEnd type="none" w="med" len="med"/>
                    </a:lnL>
                    <a:lnR w="9525" cap="flat" cmpd="sng" algn="ctr">
                      <a:solidFill>
                        <a:srgbClr val="D9DCE0"/>
                      </a:solidFill>
                      <a:prstDash val="solid"/>
                      <a:round/>
                      <a:headEnd type="none" w="med" len="med"/>
                      <a:tailEnd type="none" w="med" len="med"/>
                    </a:lnR>
                    <a:lnT w="9525" cap="flat" cmpd="sng" algn="ctr">
                      <a:solidFill>
                        <a:srgbClr val="D9DCE0"/>
                      </a:solidFill>
                      <a:prstDash val="solid"/>
                      <a:round/>
                      <a:headEnd type="none" w="med" len="med"/>
                      <a:tailEnd type="none" w="med" len="med"/>
                    </a:lnT>
                    <a:lnB w="9525" cap="flat" cmpd="sng" algn="ctr">
                      <a:solidFill>
                        <a:srgbClr val="D9DCE0"/>
                      </a:solidFill>
                      <a:prstDash val="solid"/>
                      <a:round/>
                      <a:headEnd type="none" w="med" len="med"/>
                      <a:tailEnd type="none" w="med" len="med"/>
                    </a:lnB>
                    <a:solidFill>
                      <a:srgbClr val="2B2F34"/>
                    </a:solidFill>
                  </a:tcPr>
                </a:tc>
                <a:tc>
                  <a:txBody>
                    <a:bodyPr/>
                    <a:lstStyle/>
                    <a:p>
                      <a:pPr marL="0" indent="0" algn="l">
                        <a:buNone/>
                      </a:pPr>
                      <a:r>
                        <a:rPr lang="en-US" sz="1400" b="1" dirty="0">
                          <a:solidFill>
                            <a:srgbClr val="FFFFFF"/>
                          </a:solidFill>
                          <a:latin typeface="맑은 고딕" pitchFamily="34" charset="0"/>
                          <a:ea typeface="맑은 고딕" pitchFamily="34" charset="-122"/>
                          <a:cs typeface="맑은 고딕" pitchFamily="34" charset="-120"/>
                        </a:rPr>
                        <a:t>목표</a:t>
                      </a:r>
                      <a:endParaRPr lang="en-US" sz="1400" dirty="0">
                        <a:latin typeface="맑은 고딕" charset="0"/>
                        <a:ea typeface="맑은 고딕" charset="0"/>
                        <a:cs typeface="맑은 고딕" charset="0"/>
                      </a:endParaRPr>
                    </a:p>
                  </a:txBody>
                  <a:tcPr marL="109728" marR="109728" anchor="ctr">
                    <a:lnL w="9525" cap="flat" cmpd="sng" algn="ctr">
                      <a:solidFill>
                        <a:srgbClr val="D9DCE0"/>
                      </a:solidFill>
                      <a:prstDash val="solid"/>
                      <a:round/>
                      <a:headEnd type="none" w="med" len="med"/>
                      <a:tailEnd type="none" w="med" len="med"/>
                    </a:lnL>
                    <a:lnR w="9525" cap="flat" cmpd="sng" algn="ctr">
                      <a:solidFill>
                        <a:srgbClr val="D9DCE0"/>
                      </a:solidFill>
                      <a:prstDash val="solid"/>
                      <a:round/>
                      <a:headEnd type="none" w="med" len="med"/>
                      <a:tailEnd type="none" w="med" len="med"/>
                    </a:lnR>
                    <a:lnT w="9525" cap="flat" cmpd="sng" algn="ctr">
                      <a:solidFill>
                        <a:srgbClr val="D9DCE0"/>
                      </a:solidFill>
                      <a:prstDash val="solid"/>
                      <a:round/>
                      <a:headEnd type="none" w="med" len="med"/>
                      <a:tailEnd type="none" w="med" len="med"/>
                    </a:lnT>
                    <a:lnB w="9525" cap="flat" cmpd="sng" algn="ctr">
                      <a:solidFill>
                        <a:srgbClr val="D9DCE0"/>
                      </a:solidFill>
                      <a:prstDash val="solid"/>
                      <a:round/>
                      <a:headEnd type="none" w="med" len="med"/>
                      <a:tailEnd type="none" w="med" len="med"/>
                    </a:lnB>
                    <a:solidFill>
                      <a:srgbClr val="2B2F34"/>
                    </a:solidFill>
                  </a:tcPr>
                </a:tc>
                <a:tc>
                  <a:txBody>
                    <a:bodyPr/>
                    <a:lstStyle/>
                    <a:p>
                      <a:pPr marL="0" indent="0" algn="l">
                        <a:buNone/>
                      </a:pPr>
                      <a:r>
                        <a:rPr lang="en-US" sz="1400" b="1" dirty="0">
                          <a:solidFill>
                            <a:srgbClr val="FFFFFF"/>
                          </a:solidFill>
                          <a:latin typeface="맑은 고딕" pitchFamily="34" charset="0"/>
                          <a:ea typeface="맑은 고딕" pitchFamily="34" charset="-122"/>
                          <a:cs typeface="맑은 고딕" pitchFamily="34" charset="-120"/>
                        </a:rPr>
                        <a:t>결과</a:t>
                      </a:r>
                      <a:endParaRPr lang="en-US" sz="1400" dirty="0">
                        <a:latin typeface="맑은 고딕" charset="0"/>
                        <a:ea typeface="맑은 고딕" charset="0"/>
                        <a:cs typeface="맑은 고딕" charset="0"/>
                      </a:endParaRPr>
                    </a:p>
                  </a:txBody>
                  <a:tcPr marL="109728" marR="109728" anchor="ctr">
                    <a:lnL w="9525" cap="flat" cmpd="sng" algn="ctr">
                      <a:solidFill>
                        <a:srgbClr val="D9DCE0"/>
                      </a:solidFill>
                      <a:prstDash val="solid"/>
                      <a:round/>
                      <a:headEnd type="none" w="med" len="med"/>
                      <a:tailEnd type="none" w="med" len="med"/>
                    </a:lnL>
                    <a:lnR w="9525" cap="flat" cmpd="sng" algn="ctr">
                      <a:solidFill>
                        <a:srgbClr val="D9DCE0"/>
                      </a:solidFill>
                      <a:prstDash val="solid"/>
                      <a:round/>
                      <a:headEnd type="none" w="med" len="med"/>
                      <a:tailEnd type="none" w="med" len="med"/>
                    </a:lnR>
                    <a:lnT w="9525" cap="flat" cmpd="sng" algn="ctr">
                      <a:solidFill>
                        <a:srgbClr val="D9DCE0"/>
                      </a:solidFill>
                      <a:prstDash val="solid"/>
                      <a:round/>
                      <a:headEnd type="none" w="med" len="med"/>
                      <a:tailEnd type="none" w="med" len="med"/>
                    </a:lnT>
                    <a:lnB w="9525" cap="flat" cmpd="sng" algn="ctr">
                      <a:solidFill>
                        <a:srgbClr val="D9DCE0"/>
                      </a:solidFill>
                      <a:prstDash val="solid"/>
                      <a:round/>
                      <a:headEnd type="none" w="med" len="med"/>
                      <a:tailEnd type="none" w="med" len="med"/>
                    </a:lnB>
                    <a:solidFill>
                      <a:srgbClr val="2B2F34"/>
                    </a:solidFill>
                  </a:tcPr>
                </a:tc>
                <a:extLst>
                  <a:ext uri="{0D108BD9-81ED-4DB2-BD59-A6C34878D82A}">
                    <a16:rowId xmlns:a16="http://schemas.microsoft.com/office/drawing/2014/main" val="10000"/>
                  </a:ext>
                </a:extLst>
              </a:tr>
              <a:tr h="548640">
                <a:tc>
                  <a:txBody>
                    <a:bodyPr/>
                    <a:lstStyle/>
                    <a:p>
                      <a:pPr marL="0" indent="0" algn="l">
                        <a:buNone/>
                      </a:pPr>
                      <a:r>
                        <a:rPr lang="en-US" sz="1400" b="1" dirty="0">
                          <a:solidFill>
                            <a:srgbClr val="1F2328"/>
                          </a:solidFill>
                          <a:latin typeface="맑은 고딕" pitchFamily="34" charset="0"/>
                          <a:ea typeface="맑은 고딕" pitchFamily="34" charset="-122"/>
                          <a:cs typeface="맑은 고딕" pitchFamily="34" charset="-120"/>
                        </a:rPr>
                        <a:t>탐지 정확도 (NF-02)</a:t>
                      </a:r>
                      <a:endParaRPr lang="en-US" sz="1400" dirty="0">
                        <a:latin typeface="맑은 고딕" charset="0"/>
                        <a:ea typeface="맑은 고딕" charset="0"/>
                        <a:cs typeface="맑은 고딕" charset="0"/>
                      </a:endParaRPr>
                    </a:p>
                  </a:txBody>
                  <a:tcPr marL="109728" marR="109728" anchor="ctr">
                    <a:lnL w="9525" cap="flat" cmpd="sng" algn="ctr">
                      <a:solidFill>
                        <a:srgbClr val="D9DCE0"/>
                      </a:solidFill>
                      <a:prstDash val="solid"/>
                      <a:round/>
                      <a:headEnd type="none" w="med" len="med"/>
                      <a:tailEnd type="none" w="med" len="med"/>
                    </a:lnL>
                    <a:lnR w="9525" cap="flat" cmpd="sng" algn="ctr">
                      <a:solidFill>
                        <a:srgbClr val="D9DCE0"/>
                      </a:solidFill>
                      <a:prstDash val="solid"/>
                      <a:round/>
                      <a:headEnd type="none" w="med" len="med"/>
                      <a:tailEnd type="none" w="med" len="med"/>
                    </a:lnR>
                    <a:lnT w="9525" cap="flat" cmpd="sng" algn="ctr">
                      <a:solidFill>
                        <a:srgbClr val="D9DCE0"/>
                      </a:solidFill>
                      <a:prstDash val="solid"/>
                      <a:round/>
                      <a:headEnd type="none" w="med" len="med"/>
                      <a:tailEnd type="none" w="med" len="med"/>
                    </a:lnT>
                    <a:lnB w="9525" cap="flat" cmpd="sng" algn="ctr">
                      <a:solidFill>
                        <a:srgbClr val="D9DCE0"/>
                      </a:solidFill>
                      <a:prstDash val="solid"/>
                      <a:round/>
                      <a:headEnd type="none" w="med" len="med"/>
                      <a:tailEnd type="none" w="med" len="med"/>
                    </a:lnB>
                    <a:solidFill>
                      <a:srgbClr val="F4F5F6"/>
                    </a:solidFill>
                  </a:tcPr>
                </a:tc>
                <a:tc>
                  <a:txBody>
                    <a:bodyPr/>
                    <a:lstStyle/>
                    <a:p>
                      <a:pPr marL="0" indent="0" algn="l">
                        <a:buNone/>
                      </a:pPr>
                      <a:r>
                        <a:rPr lang="en-US" sz="1400" dirty="0">
                          <a:solidFill>
                            <a:srgbClr val="2B2F34"/>
                          </a:solidFill>
                          <a:latin typeface="맑은 고딕" pitchFamily="34" charset="0"/>
                          <a:ea typeface="맑은 고딕" pitchFamily="34" charset="-122"/>
                          <a:cs typeface="맑은 고딕" pitchFamily="34" charset="-120"/>
                        </a:rPr>
                        <a:t>mAP50 0.80 이상</a:t>
                      </a:r>
                      <a:endParaRPr lang="en-US" sz="1400" dirty="0">
                        <a:latin typeface="맑은 고딕" charset="0"/>
                        <a:ea typeface="맑은 고딕" charset="0"/>
                        <a:cs typeface="맑은 고딕" charset="0"/>
                      </a:endParaRPr>
                    </a:p>
                  </a:txBody>
                  <a:tcPr marL="109728" marR="109728" anchor="ctr">
                    <a:lnL w="9525" cap="flat" cmpd="sng" algn="ctr">
                      <a:solidFill>
                        <a:srgbClr val="D9DCE0"/>
                      </a:solidFill>
                      <a:prstDash val="solid"/>
                      <a:round/>
                      <a:headEnd type="none" w="med" len="med"/>
                      <a:tailEnd type="none" w="med" len="med"/>
                    </a:lnL>
                    <a:lnR w="9525" cap="flat" cmpd="sng" algn="ctr">
                      <a:solidFill>
                        <a:srgbClr val="D9DCE0"/>
                      </a:solidFill>
                      <a:prstDash val="solid"/>
                      <a:round/>
                      <a:headEnd type="none" w="med" len="med"/>
                      <a:tailEnd type="none" w="med" len="med"/>
                    </a:lnR>
                    <a:lnT w="9525" cap="flat" cmpd="sng" algn="ctr">
                      <a:solidFill>
                        <a:srgbClr val="D9DCE0"/>
                      </a:solidFill>
                      <a:prstDash val="solid"/>
                      <a:round/>
                      <a:headEnd type="none" w="med" len="med"/>
                      <a:tailEnd type="none" w="med" len="med"/>
                    </a:lnT>
                    <a:lnB w="9525" cap="flat" cmpd="sng" algn="ctr">
                      <a:solidFill>
                        <a:srgbClr val="D9DCE0"/>
                      </a:solidFill>
                      <a:prstDash val="solid"/>
                      <a:round/>
                      <a:headEnd type="none" w="med" len="med"/>
                      <a:tailEnd type="none" w="med" len="med"/>
                    </a:lnB>
                  </a:tcPr>
                </a:tc>
                <a:tc>
                  <a:txBody>
                    <a:bodyPr/>
                    <a:lstStyle/>
                    <a:p>
                      <a:pPr marL="0" indent="0" algn="l">
                        <a:buNone/>
                      </a:pPr>
                      <a:r>
                        <a:rPr lang="en-US" sz="1400" dirty="0">
                          <a:solidFill>
                            <a:srgbClr val="2B2F34"/>
                          </a:solidFill>
                          <a:latin typeface="맑은 고딕" pitchFamily="34" charset="0"/>
                          <a:ea typeface="맑은 고딕" pitchFamily="34" charset="-122"/>
                          <a:cs typeface="맑은 고딕" pitchFamily="34" charset="-120"/>
                        </a:rPr>
                        <a:t>0.86 달성</a:t>
                      </a:r>
                      <a:endParaRPr lang="en-US" sz="1400" dirty="0">
                        <a:latin typeface="맑은 고딕" charset="0"/>
                        <a:ea typeface="맑은 고딕" charset="0"/>
                        <a:cs typeface="맑은 고딕" charset="0"/>
                      </a:endParaRPr>
                    </a:p>
                  </a:txBody>
                  <a:tcPr marL="109728" marR="109728" anchor="ctr">
                    <a:lnL w="9525" cap="flat" cmpd="sng" algn="ctr">
                      <a:solidFill>
                        <a:srgbClr val="D9DCE0"/>
                      </a:solidFill>
                      <a:prstDash val="solid"/>
                      <a:round/>
                      <a:headEnd type="none" w="med" len="med"/>
                      <a:tailEnd type="none" w="med" len="med"/>
                    </a:lnL>
                    <a:lnR w="9525" cap="flat" cmpd="sng" algn="ctr">
                      <a:solidFill>
                        <a:srgbClr val="D9DCE0"/>
                      </a:solidFill>
                      <a:prstDash val="solid"/>
                      <a:round/>
                      <a:headEnd type="none" w="med" len="med"/>
                      <a:tailEnd type="none" w="med" len="med"/>
                    </a:lnR>
                    <a:lnT w="9525" cap="flat" cmpd="sng" algn="ctr">
                      <a:solidFill>
                        <a:srgbClr val="D9DCE0"/>
                      </a:solidFill>
                      <a:prstDash val="solid"/>
                      <a:round/>
                      <a:headEnd type="none" w="med" len="med"/>
                      <a:tailEnd type="none" w="med" len="med"/>
                    </a:lnT>
                    <a:lnB w="9525" cap="flat" cmpd="sng" algn="ctr">
                      <a:solidFill>
                        <a:srgbClr val="D9DCE0"/>
                      </a:solidFill>
                      <a:prstDash val="solid"/>
                      <a:round/>
                      <a:headEnd type="none" w="med" len="med"/>
                      <a:tailEnd type="none" w="med" len="med"/>
                    </a:lnB>
                  </a:tcPr>
                </a:tc>
                <a:extLst>
                  <a:ext uri="{0D108BD9-81ED-4DB2-BD59-A6C34878D82A}">
                    <a16:rowId xmlns:a16="http://schemas.microsoft.com/office/drawing/2014/main" val="10001"/>
                  </a:ext>
                </a:extLst>
              </a:tr>
              <a:tr h="548640">
                <a:tc>
                  <a:txBody>
                    <a:bodyPr/>
                    <a:lstStyle/>
                    <a:p>
                      <a:pPr marL="0" indent="0" algn="l">
                        <a:buNone/>
                      </a:pPr>
                      <a:r>
                        <a:rPr lang="en-US" sz="1400" b="1" dirty="0">
                          <a:solidFill>
                            <a:srgbClr val="1F2328"/>
                          </a:solidFill>
                          <a:latin typeface="맑은 고딕" pitchFamily="34" charset="0"/>
                          <a:ea typeface="맑은 고딕" pitchFamily="34" charset="-122"/>
                          <a:cs typeface="맑은 고딕" pitchFamily="34" charset="-120"/>
                        </a:rPr>
                        <a:t>배포 편의성 (NF-03)</a:t>
                      </a:r>
                      <a:endParaRPr lang="en-US" sz="1400" dirty="0">
                        <a:latin typeface="맑은 고딕" charset="0"/>
                        <a:ea typeface="맑은 고딕" charset="0"/>
                        <a:cs typeface="맑은 고딕" charset="0"/>
                      </a:endParaRPr>
                    </a:p>
                  </a:txBody>
                  <a:tcPr marL="109728" marR="109728" anchor="ctr">
                    <a:lnL w="9525" cap="flat" cmpd="sng" algn="ctr">
                      <a:solidFill>
                        <a:srgbClr val="D9DCE0"/>
                      </a:solidFill>
                      <a:prstDash val="solid"/>
                      <a:round/>
                      <a:headEnd type="none" w="med" len="med"/>
                      <a:tailEnd type="none" w="med" len="med"/>
                    </a:lnL>
                    <a:lnR w="9525" cap="flat" cmpd="sng" algn="ctr">
                      <a:solidFill>
                        <a:srgbClr val="D9DCE0"/>
                      </a:solidFill>
                      <a:prstDash val="solid"/>
                      <a:round/>
                      <a:headEnd type="none" w="med" len="med"/>
                      <a:tailEnd type="none" w="med" len="med"/>
                    </a:lnR>
                    <a:lnT w="9525" cap="flat" cmpd="sng" algn="ctr">
                      <a:solidFill>
                        <a:srgbClr val="D9DCE0"/>
                      </a:solidFill>
                      <a:prstDash val="solid"/>
                      <a:round/>
                      <a:headEnd type="none" w="med" len="med"/>
                      <a:tailEnd type="none" w="med" len="med"/>
                    </a:lnT>
                    <a:lnB w="9525" cap="flat" cmpd="sng" algn="ctr">
                      <a:solidFill>
                        <a:srgbClr val="D9DCE0"/>
                      </a:solidFill>
                      <a:prstDash val="solid"/>
                      <a:round/>
                      <a:headEnd type="none" w="med" len="med"/>
                      <a:tailEnd type="none" w="med" len="med"/>
                    </a:lnB>
                    <a:solidFill>
                      <a:srgbClr val="F4F5F6"/>
                    </a:solidFill>
                  </a:tcPr>
                </a:tc>
                <a:tc>
                  <a:txBody>
                    <a:bodyPr/>
                    <a:lstStyle/>
                    <a:p>
                      <a:pPr marL="0" indent="0" algn="l">
                        <a:buNone/>
                      </a:pPr>
                      <a:r>
                        <a:rPr lang="en-US" sz="1400" dirty="0">
                          <a:solidFill>
                            <a:srgbClr val="2B2F34"/>
                          </a:solidFill>
                          <a:latin typeface="맑은 고딕" pitchFamily="34" charset="0"/>
                          <a:ea typeface="맑은 고딕" pitchFamily="34" charset="-122"/>
                          <a:cs typeface="맑은 고딕" pitchFamily="34" charset="-120"/>
                        </a:rPr>
                        <a:t>Docker 단일 명령</a:t>
                      </a:r>
                      <a:endParaRPr lang="en-US" sz="1400" dirty="0">
                        <a:latin typeface="맑은 고딕" charset="0"/>
                        <a:ea typeface="맑은 고딕" charset="0"/>
                        <a:cs typeface="맑은 고딕" charset="0"/>
                      </a:endParaRPr>
                    </a:p>
                  </a:txBody>
                  <a:tcPr marL="109728" marR="109728" anchor="ctr">
                    <a:lnL w="9525" cap="flat" cmpd="sng" algn="ctr">
                      <a:solidFill>
                        <a:srgbClr val="D9DCE0"/>
                      </a:solidFill>
                      <a:prstDash val="solid"/>
                      <a:round/>
                      <a:headEnd type="none" w="med" len="med"/>
                      <a:tailEnd type="none" w="med" len="med"/>
                    </a:lnL>
                    <a:lnR w="9525" cap="flat" cmpd="sng" algn="ctr">
                      <a:solidFill>
                        <a:srgbClr val="D9DCE0"/>
                      </a:solidFill>
                      <a:prstDash val="solid"/>
                      <a:round/>
                      <a:headEnd type="none" w="med" len="med"/>
                      <a:tailEnd type="none" w="med" len="med"/>
                    </a:lnR>
                    <a:lnT w="9525" cap="flat" cmpd="sng" algn="ctr">
                      <a:solidFill>
                        <a:srgbClr val="D9DCE0"/>
                      </a:solidFill>
                      <a:prstDash val="solid"/>
                      <a:round/>
                      <a:headEnd type="none" w="med" len="med"/>
                      <a:tailEnd type="none" w="med" len="med"/>
                    </a:lnT>
                    <a:lnB w="9525" cap="flat" cmpd="sng" algn="ctr">
                      <a:solidFill>
                        <a:srgbClr val="D9DCE0"/>
                      </a:solidFill>
                      <a:prstDash val="solid"/>
                      <a:round/>
                      <a:headEnd type="none" w="med" len="med"/>
                      <a:tailEnd type="none" w="med" len="med"/>
                    </a:lnB>
                  </a:tcPr>
                </a:tc>
                <a:tc>
                  <a:txBody>
                    <a:bodyPr/>
                    <a:lstStyle/>
                    <a:p>
                      <a:pPr marL="0" indent="0" algn="l">
                        <a:buNone/>
                      </a:pPr>
                      <a:r>
                        <a:rPr lang="en-US" sz="1400" dirty="0">
                          <a:solidFill>
                            <a:srgbClr val="2B2F34"/>
                          </a:solidFill>
                          <a:latin typeface="맑은 고딕" pitchFamily="34" charset="0"/>
                          <a:ea typeface="맑은 고딕" pitchFamily="34" charset="-122"/>
                          <a:cs typeface="맑은 고딕" pitchFamily="34" charset="-120"/>
                        </a:rPr>
                        <a:t>구현 완료</a:t>
                      </a:r>
                      <a:endParaRPr lang="en-US" sz="1400" dirty="0">
                        <a:latin typeface="맑은 고딕" charset="0"/>
                        <a:ea typeface="맑은 고딕" charset="0"/>
                        <a:cs typeface="맑은 고딕" charset="0"/>
                      </a:endParaRPr>
                    </a:p>
                  </a:txBody>
                  <a:tcPr marL="109728" marR="109728" anchor="ctr">
                    <a:lnL w="9525" cap="flat" cmpd="sng" algn="ctr">
                      <a:solidFill>
                        <a:srgbClr val="D9DCE0"/>
                      </a:solidFill>
                      <a:prstDash val="solid"/>
                      <a:round/>
                      <a:headEnd type="none" w="med" len="med"/>
                      <a:tailEnd type="none" w="med" len="med"/>
                    </a:lnL>
                    <a:lnR w="9525" cap="flat" cmpd="sng" algn="ctr">
                      <a:solidFill>
                        <a:srgbClr val="D9DCE0"/>
                      </a:solidFill>
                      <a:prstDash val="solid"/>
                      <a:round/>
                      <a:headEnd type="none" w="med" len="med"/>
                      <a:tailEnd type="none" w="med" len="med"/>
                    </a:lnR>
                    <a:lnT w="9525" cap="flat" cmpd="sng" algn="ctr">
                      <a:solidFill>
                        <a:srgbClr val="D9DCE0"/>
                      </a:solidFill>
                      <a:prstDash val="solid"/>
                      <a:round/>
                      <a:headEnd type="none" w="med" len="med"/>
                      <a:tailEnd type="none" w="med" len="med"/>
                    </a:lnT>
                    <a:lnB w="9525" cap="flat" cmpd="sng" algn="ctr">
                      <a:solidFill>
                        <a:srgbClr val="D9DCE0"/>
                      </a:solidFill>
                      <a:prstDash val="solid"/>
                      <a:round/>
                      <a:headEnd type="none" w="med" len="med"/>
                      <a:tailEnd type="none" w="med" len="med"/>
                    </a:lnB>
                  </a:tcPr>
                </a:tc>
                <a:extLst>
                  <a:ext uri="{0D108BD9-81ED-4DB2-BD59-A6C34878D82A}">
                    <a16:rowId xmlns:a16="http://schemas.microsoft.com/office/drawing/2014/main" val="10002"/>
                  </a:ext>
                </a:extLst>
              </a:tr>
              <a:tr h="548640">
                <a:tc>
                  <a:txBody>
                    <a:bodyPr/>
                    <a:lstStyle/>
                    <a:p>
                      <a:pPr marL="0" indent="0" algn="l">
                        <a:buNone/>
                      </a:pPr>
                      <a:r>
                        <a:rPr lang="en-US" sz="1400" b="1" dirty="0">
                          <a:solidFill>
                            <a:srgbClr val="1F2328"/>
                          </a:solidFill>
                          <a:latin typeface="맑은 고딕" pitchFamily="34" charset="0"/>
                          <a:ea typeface="맑은 고딕" pitchFamily="34" charset="-122"/>
                          <a:cs typeface="맑은 고딕" pitchFamily="34" charset="-120"/>
                        </a:rPr>
                        <a:t>응답 속도 (NF-01)</a:t>
                      </a:r>
                      <a:endParaRPr lang="en-US" sz="1400" dirty="0">
                        <a:latin typeface="맑은 고딕" charset="0"/>
                        <a:ea typeface="맑은 고딕" charset="0"/>
                        <a:cs typeface="맑은 고딕" charset="0"/>
                      </a:endParaRPr>
                    </a:p>
                  </a:txBody>
                  <a:tcPr marL="109728" marR="109728" anchor="ctr">
                    <a:lnL w="9525" cap="flat" cmpd="sng" algn="ctr">
                      <a:solidFill>
                        <a:srgbClr val="D9DCE0"/>
                      </a:solidFill>
                      <a:prstDash val="solid"/>
                      <a:round/>
                      <a:headEnd type="none" w="med" len="med"/>
                      <a:tailEnd type="none" w="med" len="med"/>
                    </a:lnL>
                    <a:lnR w="9525" cap="flat" cmpd="sng" algn="ctr">
                      <a:solidFill>
                        <a:srgbClr val="D9DCE0"/>
                      </a:solidFill>
                      <a:prstDash val="solid"/>
                      <a:round/>
                      <a:headEnd type="none" w="med" len="med"/>
                      <a:tailEnd type="none" w="med" len="med"/>
                    </a:lnR>
                    <a:lnT w="9525" cap="flat" cmpd="sng" algn="ctr">
                      <a:solidFill>
                        <a:srgbClr val="D9DCE0"/>
                      </a:solidFill>
                      <a:prstDash val="solid"/>
                      <a:round/>
                      <a:headEnd type="none" w="med" len="med"/>
                      <a:tailEnd type="none" w="med" len="med"/>
                    </a:lnT>
                    <a:lnB w="9525" cap="flat" cmpd="sng" algn="ctr">
                      <a:solidFill>
                        <a:srgbClr val="D9DCE0"/>
                      </a:solidFill>
                      <a:prstDash val="solid"/>
                      <a:round/>
                      <a:headEnd type="none" w="med" len="med"/>
                      <a:tailEnd type="none" w="med" len="med"/>
                    </a:lnB>
                    <a:solidFill>
                      <a:srgbClr val="F4F5F6"/>
                    </a:solidFill>
                  </a:tcPr>
                </a:tc>
                <a:tc>
                  <a:txBody>
                    <a:bodyPr/>
                    <a:lstStyle/>
                    <a:p>
                      <a:pPr marL="0" indent="0" algn="l">
                        <a:buNone/>
                      </a:pPr>
                      <a:r>
                        <a:rPr lang="en-US" sz="1400" dirty="0">
                          <a:solidFill>
                            <a:srgbClr val="2B2F34"/>
                          </a:solidFill>
                          <a:latin typeface="맑은 고딕" pitchFamily="34" charset="0"/>
                          <a:ea typeface="맑은 고딕" pitchFamily="34" charset="-122"/>
                          <a:cs typeface="맑은 고딕" pitchFamily="34" charset="-120"/>
                        </a:rPr>
                        <a:t>평균 500ms 이하</a:t>
                      </a:r>
                      <a:endParaRPr lang="en-US" sz="1400" dirty="0">
                        <a:latin typeface="맑은 고딕" charset="0"/>
                        <a:ea typeface="맑은 고딕" charset="0"/>
                        <a:cs typeface="맑은 고딕" charset="0"/>
                      </a:endParaRPr>
                    </a:p>
                  </a:txBody>
                  <a:tcPr marL="109728" marR="109728" anchor="ctr">
                    <a:lnL w="9525" cap="flat" cmpd="sng" algn="ctr">
                      <a:solidFill>
                        <a:srgbClr val="D9DCE0"/>
                      </a:solidFill>
                      <a:prstDash val="solid"/>
                      <a:round/>
                      <a:headEnd type="none" w="med" len="med"/>
                      <a:tailEnd type="none" w="med" len="med"/>
                    </a:lnL>
                    <a:lnR w="9525" cap="flat" cmpd="sng" algn="ctr">
                      <a:solidFill>
                        <a:srgbClr val="D9DCE0"/>
                      </a:solidFill>
                      <a:prstDash val="solid"/>
                      <a:round/>
                      <a:headEnd type="none" w="med" len="med"/>
                      <a:tailEnd type="none" w="med" len="med"/>
                    </a:lnR>
                    <a:lnT w="9525" cap="flat" cmpd="sng" algn="ctr">
                      <a:solidFill>
                        <a:srgbClr val="D9DCE0"/>
                      </a:solidFill>
                      <a:prstDash val="solid"/>
                      <a:round/>
                      <a:headEnd type="none" w="med" len="med"/>
                      <a:tailEnd type="none" w="med" len="med"/>
                    </a:lnT>
                    <a:lnB w="9525" cap="flat" cmpd="sng" algn="ctr">
                      <a:solidFill>
                        <a:srgbClr val="D9DCE0"/>
                      </a:solidFill>
                      <a:prstDash val="solid"/>
                      <a:round/>
                      <a:headEnd type="none" w="med" len="med"/>
                      <a:tailEnd type="none" w="med" len="med"/>
                    </a:lnB>
                  </a:tcPr>
                </a:tc>
                <a:tc>
                  <a:txBody>
                    <a:bodyPr/>
                    <a:lstStyle/>
                    <a:p>
                      <a:pPr marL="0" indent="0" algn="l">
                        <a:buNone/>
                      </a:pPr>
                      <a:r>
                        <a:rPr lang="en-US" sz="1400" dirty="0">
                          <a:solidFill>
                            <a:srgbClr val="2B2F34"/>
                          </a:solidFill>
                          <a:latin typeface="맑은 고딕" pitchFamily="34" charset="0"/>
                          <a:ea typeface="맑은 고딕" pitchFamily="34" charset="-122"/>
                          <a:cs typeface="맑은 고딕" pitchFamily="34" charset="-120"/>
                        </a:rPr>
                        <a:t>별도 측정 안 함</a:t>
                      </a:r>
                      <a:endParaRPr lang="en-US" sz="1400" dirty="0">
                        <a:latin typeface="맑은 고딕" charset="0"/>
                        <a:ea typeface="맑은 고딕" charset="0"/>
                        <a:cs typeface="맑은 고딕" charset="0"/>
                      </a:endParaRPr>
                    </a:p>
                  </a:txBody>
                  <a:tcPr marL="109728" marR="109728" anchor="ctr">
                    <a:lnL w="9525" cap="flat" cmpd="sng" algn="ctr">
                      <a:solidFill>
                        <a:srgbClr val="D9DCE0"/>
                      </a:solidFill>
                      <a:prstDash val="solid"/>
                      <a:round/>
                      <a:headEnd type="none" w="med" len="med"/>
                      <a:tailEnd type="none" w="med" len="med"/>
                    </a:lnL>
                    <a:lnR w="9525" cap="flat" cmpd="sng" algn="ctr">
                      <a:solidFill>
                        <a:srgbClr val="D9DCE0"/>
                      </a:solidFill>
                      <a:prstDash val="solid"/>
                      <a:round/>
                      <a:headEnd type="none" w="med" len="med"/>
                      <a:tailEnd type="none" w="med" len="med"/>
                    </a:lnR>
                    <a:lnT w="9525" cap="flat" cmpd="sng" algn="ctr">
                      <a:solidFill>
                        <a:srgbClr val="D9DCE0"/>
                      </a:solidFill>
                      <a:prstDash val="solid"/>
                      <a:round/>
                      <a:headEnd type="none" w="med" len="med"/>
                      <a:tailEnd type="none" w="med" len="med"/>
                    </a:lnT>
                    <a:lnB w="9525" cap="flat" cmpd="sng" algn="ctr">
                      <a:solidFill>
                        <a:srgbClr val="D9DCE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pic>
        <p:nvPicPr>
          <p:cNvPr id="19" name="Image 0" descr="YOLOv8 학습 곡선 (train12, 50 epochs)"/>
          <p:cNvPicPr>
            <a:picLocks noChangeAspect="1"/>
          </p:cNvPicPr>
          <p:nvPr/>
        </p:nvPicPr>
        <p:blipFill>
          <a:blip r:embed="rId3"/>
          <a:stretch>
            <a:fillRect/>
          </a:stretch>
        </p:blipFill>
        <p:spPr>
          <a:xfrm>
            <a:off x="7223760" y="3474720"/>
            <a:ext cx="4325112" cy="2270684"/>
          </a:xfrm>
          <a:prstGeom prst="rect">
            <a:avLst/>
          </a:prstGeom>
        </p:spPr>
      </p:pic>
      <p:sp>
        <p:nvSpPr>
          <p:cNvPr id="20" name="Shape 15"/>
          <p:cNvSpPr/>
          <p:nvPr/>
        </p:nvSpPr>
        <p:spPr>
          <a:xfrm>
            <a:off x="7223760" y="3474720"/>
            <a:ext cx="4325112" cy="2270684"/>
          </a:xfrm>
          <a:prstGeom prst="rect">
            <a:avLst/>
          </a:prstGeom>
          <a:ln w="9525">
            <a:solidFill>
              <a:srgbClr val="D9DCE0"/>
            </a:solidFill>
            <a:prstDash val="solid"/>
          </a:ln>
        </p:spPr>
      </p:sp>
      <p:sp>
        <p:nvSpPr>
          <p:cNvPr id="21" name="Text 16"/>
          <p:cNvSpPr txBox="1"/>
          <p:nvPr/>
        </p:nvSpPr>
        <p:spPr>
          <a:xfrm>
            <a:off x="7223760" y="5809412"/>
            <a:ext cx="4325112" cy="411480"/>
          </a:xfrm>
          <a:prstGeom prst="rect">
            <a:avLst/>
          </a:prstGeom>
          <a:noFill/>
          <a:ln/>
        </p:spPr>
        <p:txBody>
          <a:bodyPr wrap="square" lIns="0" tIns="0" rIns="0" bIns="0" rtlCol="0" anchor="t"/>
          <a:lstStyle/>
          <a:p>
            <a:pPr marL="0" indent="0" algn="l">
              <a:lnSpc>
                <a:spcPct val="110000"/>
              </a:lnSpc>
              <a:buNone/>
            </a:pPr>
            <a:r>
              <a:rPr lang="en-US" sz="1100" dirty="0">
                <a:solidFill>
                  <a:srgbClr val="6B7280"/>
                </a:solidFill>
                <a:latin typeface="맑은 고딕" pitchFamily="34" charset="0"/>
                <a:ea typeface="맑은 고딕" pitchFamily="34" charset="-122"/>
                <a:cs typeface="맑은 고딕" pitchFamily="34" charset="-120"/>
              </a:rPr>
              <a:t>그림 9. YOLOv8 학습 곡선 (train12, 50 epochs)</a:t>
            </a:r>
            <a:endParaRPr lang="en-US" sz="1100" dirty="0"/>
          </a:p>
          <a:p>
            <a:pPr marL="0" indent="0" algn="l">
              <a:lnSpc>
                <a:spcPct val="110000"/>
              </a:lnSpc>
              <a:buNone/>
            </a:pPr>
            <a:r>
              <a:rPr lang="en-US" sz="1100" dirty="0">
                <a:solidFill>
                  <a:srgbClr val="6B7280"/>
                </a:solidFill>
                <a:latin typeface="맑은 고딕" pitchFamily="34" charset="0"/>
                <a:ea typeface="맑은 고딕" pitchFamily="34" charset="-122"/>
                <a:cs typeface="맑은 고딕" pitchFamily="34" charset="-120"/>
              </a:rPr>
              <a:t>Best mAP50 0.863 (epoch 49)</a:t>
            </a:r>
            <a:endParaRPr lang="en-US" sz="1100" dirty="0"/>
          </a:p>
        </p:txBody>
      </p:sp>
      <p:sp>
        <p:nvSpPr>
          <p:cNvPr id="22" name="Text 17"/>
          <p:cNvSpPr txBox="1"/>
          <p:nvPr/>
        </p:nvSpPr>
        <p:spPr>
          <a:xfrm>
            <a:off x="640080" y="6053328"/>
            <a:ext cx="6309360" cy="274320"/>
          </a:xfrm>
          <a:prstGeom prst="rect">
            <a:avLst/>
          </a:prstGeom>
          <a:noFill/>
          <a:ln/>
        </p:spPr>
        <p:txBody>
          <a:bodyPr wrap="square" lIns="0" tIns="0" rIns="0" bIns="0" rtlCol="0" anchor="t"/>
          <a:lstStyle/>
          <a:p>
            <a:pPr marL="0" indent="0" algn="l">
              <a:lnSpc>
                <a:spcPct val="115000"/>
              </a:lnSpc>
              <a:buNone/>
            </a:pPr>
            <a:r>
              <a:rPr lang="en-US" sz="1200" dirty="0">
                <a:solidFill>
                  <a:srgbClr val="6B7280"/>
                </a:solidFill>
                <a:latin typeface="맑은 고딕" pitchFamily="34" charset="0"/>
                <a:ea typeface="맑은 고딕" pitchFamily="34" charset="-122"/>
                <a:cs typeface="맑은 고딕" pitchFamily="34" charset="-120"/>
              </a:rPr>
              <a:t>※ 쿼리 최적화 개선 수치 등 일부 지표는 별도 측정하지 않음</a:t>
            </a:r>
            <a:endParaRPr lang="en-US" sz="1200" dirty="0"/>
          </a:p>
        </p:txBody>
      </p:sp>
      <p:sp>
        <p:nvSpPr>
          <p:cNvPr id="25" name="Slide Number Placeholder 0"/>
          <p:cNvSpPr>
            <a:spLocks noGrp="1"/>
          </p:cNvSpPr>
          <p:nvPr>
            <p:ph type="sldNum" sz="quarter" idx="4294967295"/>
          </p:nvPr>
        </p:nvSpPr>
        <p:spPr>
          <a:xfrm>
            <a:off x="10634472" y="6455664"/>
            <a:ext cx="9144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latin typeface="맑은 고딕"/>
                <a:ea typeface="맑은 고딕"/>
                <a:cs typeface="맑은 고딕"/>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640080" y="402336"/>
            <a:ext cx="8229600" cy="274320"/>
          </a:xfrm>
          <a:prstGeom prst="rect">
            <a:avLst/>
          </a:prstGeom>
          <a:noFill/>
          <a:ln/>
        </p:spPr>
        <p:txBody>
          <a:bodyPr wrap="square" lIns="0" tIns="0" rIns="0" bIns="0" rtlCol="0" anchor="ctr"/>
          <a:lstStyle/>
          <a:p>
            <a:pPr marL="0" indent="0">
              <a:buNone/>
            </a:pPr>
            <a:r>
              <a:rPr lang="en-US" sz="1200" b="1" kern="0" spc="100" dirty="0">
                <a:solidFill>
                  <a:srgbClr val="B8562E"/>
                </a:solidFill>
                <a:latin typeface="맑은 고딕" pitchFamily="34" charset="0"/>
                <a:ea typeface="맑은 고딕" pitchFamily="34" charset="-122"/>
                <a:cs typeface="맑은 고딕" pitchFamily="34" charset="-120"/>
              </a:rPr>
              <a:t>10 · Troubleshooting</a:t>
            </a:r>
            <a:endParaRPr lang="en-US" sz="1200" dirty="0"/>
          </a:p>
        </p:txBody>
      </p:sp>
      <p:sp>
        <p:nvSpPr>
          <p:cNvPr id="3" name="Text 0"/>
          <p:cNvSpPr>
            <a:spLocks noGrp="1"/>
          </p:cNvSpPr>
          <p:nvPr>
            <p:ph type="title" idx="100" hasCustomPrompt="1"/>
          </p:nvPr>
        </p:nvSpPr>
        <p:spPr>
          <a:xfrm>
            <a:off x="640080" y="731520"/>
            <a:ext cx="10908792" cy="640080"/>
          </a:xfrm>
          <a:prstGeom prst="rect">
            <a:avLst/>
          </a:prstGeom>
          <a:noFill/>
          <a:ln/>
        </p:spPr>
        <p:txBody>
          <a:bodyPr wrap="square" lIns="0" tIns="0" rIns="0" bIns="0" rtlCol="0" anchor="t"/>
          <a:lstStyle/>
          <a:p>
            <a:pPr marL="0" indent="0" algn="l">
              <a:buNone/>
            </a:pPr>
            <a:r>
              <a:rPr lang="en-US" sz="3000" b="1" dirty="0">
                <a:solidFill>
                  <a:srgbClr val="1F2328"/>
                </a:solidFill>
                <a:latin typeface="맑은 고딕" pitchFamily="34" charset="0"/>
                <a:ea typeface="맑은 고딕" pitchFamily="34" charset="-122"/>
                <a:cs typeface="맑은 고딕" pitchFamily="34" charset="-120"/>
              </a:rPr>
              <a:t>트러블슈팅</a:t>
            </a:r>
            <a:endParaRPr lang="en-US" sz="3000" dirty="0"/>
          </a:p>
        </p:txBody>
      </p:sp>
      <p:sp>
        <p:nvSpPr>
          <p:cNvPr id="5" name="Shape 2"/>
          <p:cNvSpPr/>
          <p:nvPr/>
        </p:nvSpPr>
        <p:spPr>
          <a:xfrm>
            <a:off x="640080" y="1600200"/>
            <a:ext cx="10908792" cy="2240280"/>
          </a:xfrm>
          <a:prstGeom prst="rect">
            <a:avLst/>
          </a:prstGeom>
          <a:solidFill>
            <a:srgbClr val="F4F5F6"/>
          </a:solidFill>
          <a:ln/>
        </p:spPr>
      </p:sp>
      <p:pic>
        <p:nvPicPr>
          <p:cNvPr id="6" name="Image 0" descr="1) 보고서 생성이 더미 데이터로만 동작하던 문제"/>
          <p:cNvPicPr>
            <a:picLocks noChangeAspect="1"/>
          </p:cNvPicPr>
          <p:nvPr/>
        </p:nvPicPr>
        <p:blipFill>
          <a:blip r:embed="rId3"/>
          <a:stretch>
            <a:fillRect/>
          </a:stretch>
        </p:blipFill>
        <p:spPr>
          <a:xfrm>
            <a:off x="868680" y="1783080"/>
            <a:ext cx="365760" cy="365760"/>
          </a:xfrm>
          <a:prstGeom prst="rect">
            <a:avLst/>
          </a:prstGeom>
        </p:spPr>
      </p:pic>
      <p:sp>
        <p:nvSpPr>
          <p:cNvPr id="7" name="Text 3"/>
          <p:cNvSpPr txBox="1"/>
          <p:nvPr/>
        </p:nvSpPr>
        <p:spPr>
          <a:xfrm>
            <a:off x="1371600" y="1801368"/>
            <a:ext cx="9966960" cy="347472"/>
          </a:xfrm>
          <a:prstGeom prst="rect">
            <a:avLst/>
          </a:prstGeom>
          <a:noFill/>
          <a:ln/>
        </p:spPr>
        <p:txBody>
          <a:bodyPr wrap="square" lIns="0" tIns="0" rIns="0" bIns="0" rtlCol="0" anchor="t"/>
          <a:lstStyle/>
          <a:p>
            <a:pPr marL="0" indent="0" algn="l">
              <a:lnSpc>
                <a:spcPct val="115000"/>
              </a:lnSpc>
              <a:buNone/>
            </a:pPr>
            <a:r>
              <a:rPr lang="en-US" sz="1700" b="1" dirty="0">
                <a:solidFill>
                  <a:srgbClr val="1F2328"/>
                </a:solidFill>
                <a:latin typeface="맑은 고딕" pitchFamily="34" charset="0"/>
                <a:ea typeface="맑은 고딕" pitchFamily="34" charset="-122"/>
                <a:cs typeface="맑은 고딕" pitchFamily="34" charset="-120"/>
              </a:rPr>
              <a:t>1) 보고서 생성이 더미 데이터로만 동작하던 문제</a:t>
            </a:r>
            <a:endParaRPr lang="en-US" sz="1700" dirty="0"/>
          </a:p>
        </p:txBody>
      </p:sp>
      <p:sp>
        <p:nvSpPr>
          <p:cNvPr id="8" name="Text 4"/>
          <p:cNvSpPr txBox="1"/>
          <p:nvPr/>
        </p:nvSpPr>
        <p:spPr>
          <a:xfrm>
            <a:off x="868680" y="2423160"/>
            <a:ext cx="822960" cy="256032"/>
          </a:xfrm>
          <a:prstGeom prst="rect">
            <a:avLst/>
          </a:prstGeom>
          <a:noFill/>
          <a:ln/>
        </p:spPr>
        <p:txBody>
          <a:bodyPr wrap="square" lIns="0" tIns="0" rIns="0" bIns="0" rtlCol="0" anchor="t"/>
          <a:lstStyle/>
          <a:p>
            <a:pPr marL="0" indent="0" algn="l">
              <a:lnSpc>
                <a:spcPct val="115000"/>
              </a:lnSpc>
              <a:buNone/>
            </a:pPr>
            <a:r>
              <a:rPr lang="en-US" sz="1200" b="1" kern="0" spc="100" dirty="0">
                <a:solidFill>
                  <a:srgbClr val="B8562E"/>
                </a:solidFill>
                <a:latin typeface="맑은 고딕" pitchFamily="34" charset="0"/>
                <a:ea typeface="맑은 고딕" pitchFamily="34" charset="-122"/>
                <a:cs typeface="맑은 고딕" pitchFamily="34" charset="-120"/>
              </a:rPr>
              <a:t>문제</a:t>
            </a:r>
            <a:endParaRPr lang="en-US" sz="1200" dirty="0"/>
          </a:p>
        </p:txBody>
      </p:sp>
      <p:sp>
        <p:nvSpPr>
          <p:cNvPr id="9" name="Text 5"/>
          <p:cNvSpPr txBox="1"/>
          <p:nvPr/>
        </p:nvSpPr>
        <p:spPr>
          <a:xfrm>
            <a:off x="1783080" y="2377440"/>
            <a:ext cx="9509760" cy="365760"/>
          </a:xfrm>
          <a:prstGeom prst="rect">
            <a:avLst/>
          </a:prstGeom>
          <a:noFill/>
          <a:ln/>
        </p:spPr>
        <p:txBody>
          <a:bodyPr wrap="square" lIns="0" tIns="0" rIns="0" bIns="0" rtlCol="0" anchor="t"/>
          <a:lstStyle/>
          <a:p>
            <a:pPr marL="0" indent="0" algn="l">
              <a:lnSpc>
                <a:spcPct val="115000"/>
              </a:lnSpc>
              <a:buNone/>
            </a:pPr>
            <a:r>
              <a:rPr lang="en-US" sz="1500" dirty="0">
                <a:solidFill>
                  <a:srgbClr val="1F2328"/>
                </a:solidFill>
                <a:latin typeface="맑은 고딕" pitchFamily="34" charset="0"/>
                <a:ea typeface="맑은 고딕" pitchFamily="34" charset="-122"/>
                <a:cs typeface="맑은 고딕" pitchFamily="34" charset="-120"/>
              </a:rPr>
              <a:t>PDF/DOCX 보고서가 더미 데이터로만 생성됨</a:t>
            </a:r>
            <a:endParaRPr lang="en-US" sz="1500" dirty="0"/>
          </a:p>
        </p:txBody>
      </p:sp>
      <p:sp>
        <p:nvSpPr>
          <p:cNvPr id="10" name="Text 6"/>
          <p:cNvSpPr txBox="1"/>
          <p:nvPr/>
        </p:nvSpPr>
        <p:spPr>
          <a:xfrm>
            <a:off x="868680" y="2898648"/>
            <a:ext cx="822960" cy="256032"/>
          </a:xfrm>
          <a:prstGeom prst="rect">
            <a:avLst/>
          </a:prstGeom>
          <a:noFill/>
          <a:ln/>
        </p:spPr>
        <p:txBody>
          <a:bodyPr wrap="square" lIns="0" tIns="0" rIns="0" bIns="0" rtlCol="0" anchor="t"/>
          <a:lstStyle/>
          <a:p>
            <a:pPr marL="0" indent="0" algn="l">
              <a:lnSpc>
                <a:spcPct val="115000"/>
              </a:lnSpc>
              <a:buNone/>
            </a:pPr>
            <a:r>
              <a:rPr lang="en-US" sz="1200" b="1" kern="0" spc="100" dirty="0">
                <a:solidFill>
                  <a:srgbClr val="B8562E"/>
                </a:solidFill>
                <a:latin typeface="맑은 고딕" pitchFamily="34" charset="0"/>
                <a:ea typeface="맑은 고딕" pitchFamily="34" charset="-122"/>
                <a:cs typeface="맑은 고딕" pitchFamily="34" charset="-120"/>
              </a:rPr>
              <a:t>원인</a:t>
            </a:r>
            <a:endParaRPr lang="en-US" sz="1200" dirty="0"/>
          </a:p>
        </p:txBody>
      </p:sp>
      <p:sp>
        <p:nvSpPr>
          <p:cNvPr id="11" name="Text 7"/>
          <p:cNvSpPr txBox="1"/>
          <p:nvPr/>
        </p:nvSpPr>
        <p:spPr>
          <a:xfrm>
            <a:off x="1783080" y="2852928"/>
            <a:ext cx="9509760" cy="365760"/>
          </a:xfrm>
          <a:prstGeom prst="rect">
            <a:avLst/>
          </a:prstGeom>
          <a:noFill/>
          <a:ln/>
        </p:spPr>
        <p:txBody>
          <a:bodyPr wrap="square" lIns="0" tIns="0" rIns="0" bIns="0" rtlCol="0" anchor="t"/>
          <a:lstStyle/>
          <a:p>
            <a:pPr marL="0" indent="0" algn="l">
              <a:lnSpc>
                <a:spcPct val="115000"/>
              </a:lnSpc>
              <a:buNone/>
            </a:pPr>
            <a:r>
              <a:rPr lang="en-US" sz="1500" dirty="0">
                <a:solidFill>
                  <a:srgbClr val="1F2328"/>
                </a:solidFill>
                <a:latin typeface="맑은 고딕" pitchFamily="34" charset="0"/>
                <a:ea typeface="맑은 고딕" pitchFamily="34" charset="-122"/>
                <a:cs typeface="맑은 고딕" pitchFamily="34" charset="-120"/>
              </a:rPr>
              <a:t>reportlab · python-docx 연동 미완성</a:t>
            </a:r>
            <a:endParaRPr lang="en-US" sz="1500" dirty="0"/>
          </a:p>
        </p:txBody>
      </p:sp>
      <p:sp>
        <p:nvSpPr>
          <p:cNvPr id="12" name="Text 8"/>
          <p:cNvSpPr txBox="1"/>
          <p:nvPr/>
        </p:nvSpPr>
        <p:spPr>
          <a:xfrm>
            <a:off x="868680" y="3374136"/>
            <a:ext cx="822960" cy="256032"/>
          </a:xfrm>
          <a:prstGeom prst="rect">
            <a:avLst/>
          </a:prstGeom>
          <a:noFill/>
          <a:ln/>
        </p:spPr>
        <p:txBody>
          <a:bodyPr wrap="square" lIns="0" tIns="0" rIns="0" bIns="0" rtlCol="0" anchor="t"/>
          <a:lstStyle/>
          <a:p>
            <a:pPr marL="0" indent="0" algn="l">
              <a:lnSpc>
                <a:spcPct val="115000"/>
              </a:lnSpc>
              <a:buNone/>
            </a:pPr>
            <a:r>
              <a:rPr lang="en-US" sz="1200" b="1" kern="0" spc="100" dirty="0">
                <a:solidFill>
                  <a:srgbClr val="B8562E"/>
                </a:solidFill>
                <a:latin typeface="맑은 고딕" pitchFamily="34" charset="0"/>
                <a:ea typeface="맑은 고딕" pitchFamily="34" charset="-122"/>
                <a:cs typeface="맑은 고딕" pitchFamily="34" charset="-120"/>
              </a:rPr>
              <a:t>해결</a:t>
            </a:r>
            <a:endParaRPr lang="en-US" sz="1200" dirty="0"/>
          </a:p>
        </p:txBody>
      </p:sp>
      <p:sp>
        <p:nvSpPr>
          <p:cNvPr id="13" name="Text 9"/>
          <p:cNvSpPr txBox="1"/>
          <p:nvPr/>
        </p:nvSpPr>
        <p:spPr>
          <a:xfrm>
            <a:off x="1783080" y="3328416"/>
            <a:ext cx="9509760" cy="365760"/>
          </a:xfrm>
          <a:prstGeom prst="rect">
            <a:avLst/>
          </a:prstGeom>
          <a:noFill/>
          <a:ln/>
        </p:spPr>
        <p:txBody>
          <a:bodyPr wrap="square" lIns="0" tIns="0" rIns="0" bIns="0" rtlCol="0" anchor="t"/>
          <a:lstStyle/>
          <a:p>
            <a:pPr marL="0" indent="0" algn="l">
              <a:lnSpc>
                <a:spcPct val="115000"/>
              </a:lnSpc>
              <a:buNone/>
            </a:pPr>
            <a:r>
              <a:rPr lang="en-US" sz="1500" dirty="0">
                <a:solidFill>
                  <a:srgbClr val="1F2328"/>
                </a:solidFill>
                <a:latin typeface="맑은 고딕" pitchFamily="34" charset="0"/>
                <a:ea typeface="맑은 고딕" pitchFamily="34" charset="-122"/>
                <a:cs typeface="맑은 고딕" pitchFamily="34" charset="-120"/>
              </a:rPr>
              <a:t>실제 렌더링 구현 + BackgroundTasks 비동기 처리, 상태 폴링 적용</a:t>
            </a:r>
            <a:endParaRPr lang="en-US" sz="1500" dirty="0"/>
          </a:p>
        </p:txBody>
      </p:sp>
      <p:sp>
        <p:nvSpPr>
          <p:cNvPr id="14" name="Shape 10"/>
          <p:cNvSpPr/>
          <p:nvPr/>
        </p:nvSpPr>
        <p:spPr>
          <a:xfrm>
            <a:off x="640080" y="3977640"/>
            <a:ext cx="10908792" cy="2240280"/>
          </a:xfrm>
          <a:prstGeom prst="rect">
            <a:avLst/>
          </a:prstGeom>
          <a:solidFill>
            <a:srgbClr val="F4F5F6"/>
          </a:solidFill>
          <a:ln/>
        </p:spPr>
      </p:sp>
      <p:pic>
        <p:nvPicPr>
          <p:cNvPr id="15" name="Image 1" descr="2) 프로젝트/보고서 목록 조회 API 지연"/>
          <p:cNvPicPr>
            <a:picLocks noChangeAspect="1"/>
          </p:cNvPicPr>
          <p:nvPr/>
        </p:nvPicPr>
        <p:blipFill>
          <a:blip r:embed="rId4"/>
          <a:stretch>
            <a:fillRect/>
          </a:stretch>
        </p:blipFill>
        <p:spPr>
          <a:xfrm>
            <a:off x="868680" y="4160520"/>
            <a:ext cx="365760" cy="365760"/>
          </a:xfrm>
          <a:prstGeom prst="rect">
            <a:avLst/>
          </a:prstGeom>
        </p:spPr>
      </p:pic>
      <p:sp>
        <p:nvSpPr>
          <p:cNvPr id="16" name="Text 11"/>
          <p:cNvSpPr txBox="1"/>
          <p:nvPr/>
        </p:nvSpPr>
        <p:spPr>
          <a:xfrm>
            <a:off x="1371600" y="4178808"/>
            <a:ext cx="9966960" cy="347472"/>
          </a:xfrm>
          <a:prstGeom prst="rect">
            <a:avLst/>
          </a:prstGeom>
          <a:noFill/>
          <a:ln/>
        </p:spPr>
        <p:txBody>
          <a:bodyPr wrap="square" lIns="0" tIns="0" rIns="0" bIns="0" rtlCol="0" anchor="t"/>
          <a:lstStyle/>
          <a:p>
            <a:pPr marL="0" indent="0" algn="l">
              <a:lnSpc>
                <a:spcPct val="115000"/>
              </a:lnSpc>
              <a:buNone/>
            </a:pPr>
            <a:r>
              <a:rPr lang="en-US" sz="1700" b="1" dirty="0">
                <a:solidFill>
                  <a:srgbClr val="1F2328"/>
                </a:solidFill>
                <a:latin typeface="맑은 고딕" pitchFamily="34" charset="0"/>
                <a:ea typeface="맑은 고딕" pitchFamily="34" charset="-122"/>
                <a:cs typeface="맑은 고딕" pitchFamily="34" charset="-120"/>
              </a:rPr>
              <a:t>2) 프로젝트/보고서 목록 조회 API 지연</a:t>
            </a:r>
            <a:endParaRPr lang="en-US" sz="1700" dirty="0"/>
          </a:p>
        </p:txBody>
      </p:sp>
      <p:sp>
        <p:nvSpPr>
          <p:cNvPr id="17" name="Text 12"/>
          <p:cNvSpPr txBox="1"/>
          <p:nvPr/>
        </p:nvSpPr>
        <p:spPr>
          <a:xfrm>
            <a:off x="868680" y="4800600"/>
            <a:ext cx="822960" cy="256032"/>
          </a:xfrm>
          <a:prstGeom prst="rect">
            <a:avLst/>
          </a:prstGeom>
          <a:noFill/>
          <a:ln/>
        </p:spPr>
        <p:txBody>
          <a:bodyPr wrap="square" lIns="0" tIns="0" rIns="0" bIns="0" rtlCol="0" anchor="t"/>
          <a:lstStyle/>
          <a:p>
            <a:pPr marL="0" indent="0" algn="l">
              <a:lnSpc>
                <a:spcPct val="115000"/>
              </a:lnSpc>
              <a:buNone/>
            </a:pPr>
            <a:r>
              <a:rPr lang="en-US" sz="1200" b="1" kern="0" spc="100" dirty="0">
                <a:solidFill>
                  <a:srgbClr val="B8562E"/>
                </a:solidFill>
                <a:latin typeface="맑은 고딕" pitchFamily="34" charset="0"/>
                <a:ea typeface="맑은 고딕" pitchFamily="34" charset="-122"/>
                <a:cs typeface="맑은 고딕" pitchFamily="34" charset="-120"/>
              </a:rPr>
              <a:t>문제</a:t>
            </a:r>
            <a:endParaRPr lang="en-US" sz="1200" dirty="0"/>
          </a:p>
        </p:txBody>
      </p:sp>
      <p:sp>
        <p:nvSpPr>
          <p:cNvPr id="18" name="Text 13"/>
          <p:cNvSpPr txBox="1"/>
          <p:nvPr/>
        </p:nvSpPr>
        <p:spPr>
          <a:xfrm>
            <a:off x="1783080" y="4754880"/>
            <a:ext cx="9509760" cy="365760"/>
          </a:xfrm>
          <a:prstGeom prst="rect">
            <a:avLst/>
          </a:prstGeom>
          <a:noFill/>
          <a:ln/>
        </p:spPr>
        <p:txBody>
          <a:bodyPr wrap="square" lIns="0" tIns="0" rIns="0" bIns="0" rtlCol="0" anchor="t"/>
          <a:lstStyle/>
          <a:p>
            <a:pPr marL="0" indent="0" algn="l">
              <a:lnSpc>
                <a:spcPct val="115000"/>
              </a:lnSpc>
              <a:buNone/>
            </a:pPr>
            <a:r>
              <a:rPr lang="en-US" sz="1500" dirty="0">
                <a:solidFill>
                  <a:srgbClr val="1F2328"/>
                </a:solidFill>
                <a:latin typeface="맑은 고딕" pitchFamily="34" charset="0"/>
                <a:ea typeface="맑은 고딕" pitchFamily="34" charset="-122"/>
                <a:cs typeface="맑은 고딕" pitchFamily="34" charset="-120"/>
              </a:rPr>
              <a:t>프로젝트·보고서 목록 조회 API 응답 지연</a:t>
            </a:r>
            <a:endParaRPr lang="en-US" sz="1500" dirty="0"/>
          </a:p>
        </p:txBody>
      </p:sp>
      <p:sp>
        <p:nvSpPr>
          <p:cNvPr id="19" name="Text 14"/>
          <p:cNvSpPr txBox="1"/>
          <p:nvPr/>
        </p:nvSpPr>
        <p:spPr>
          <a:xfrm>
            <a:off x="868680" y="5276088"/>
            <a:ext cx="822960" cy="256032"/>
          </a:xfrm>
          <a:prstGeom prst="rect">
            <a:avLst/>
          </a:prstGeom>
          <a:noFill/>
          <a:ln/>
        </p:spPr>
        <p:txBody>
          <a:bodyPr wrap="square" lIns="0" tIns="0" rIns="0" bIns="0" rtlCol="0" anchor="t"/>
          <a:lstStyle/>
          <a:p>
            <a:pPr marL="0" indent="0" algn="l">
              <a:lnSpc>
                <a:spcPct val="115000"/>
              </a:lnSpc>
              <a:buNone/>
            </a:pPr>
            <a:r>
              <a:rPr lang="en-US" sz="1200" b="1" kern="0" spc="100" dirty="0">
                <a:solidFill>
                  <a:srgbClr val="B8562E"/>
                </a:solidFill>
                <a:latin typeface="맑은 고딕" pitchFamily="34" charset="0"/>
                <a:ea typeface="맑은 고딕" pitchFamily="34" charset="-122"/>
                <a:cs typeface="맑은 고딕" pitchFamily="34" charset="-120"/>
              </a:rPr>
              <a:t>원인</a:t>
            </a:r>
            <a:endParaRPr lang="en-US" sz="1200" dirty="0"/>
          </a:p>
        </p:txBody>
      </p:sp>
      <p:sp>
        <p:nvSpPr>
          <p:cNvPr id="20" name="Text 15"/>
          <p:cNvSpPr txBox="1"/>
          <p:nvPr/>
        </p:nvSpPr>
        <p:spPr>
          <a:xfrm>
            <a:off x="1783080" y="5230368"/>
            <a:ext cx="9509760" cy="365760"/>
          </a:xfrm>
          <a:prstGeom prst="rect">
            <a:avLst/>
          </a:prstGeom>
          <a:noFill/>
          <a:ln/>
        </p:spPr>
        <p:txBody>
          <a:bodyPr wrap="square" lIns="0" tIns="0" rIns="0" bIns="0" rtlCol="0" anchor="t"/>
          <a:lstStyle/>
          <a:p>
            <a:pPr marL="0" indent="0" algn="l">
              <a:lnSpc>
                <a:spcPct val="115000"/>
              </a:lnSpc>
              <a:buNone/>
            </a:pPr>
            <a:r>
              <a:rPr lang="en-US" sz="1500" dirty="0">
                <a:solidFill>
                  <a:srgbClr val="1F2328"/>
                </a:solidFill>
                <a:latin typeface="맑은 고딕" pitchFamily="34" charset="0"/>
                <a:ea typeface="맑은 고딕" pitchFamily="34" charset="-122"/>
                <a:cs typeface="맑은 고딕" pitchFamily="34" charset="-120"/>
              </a:rPr>
              <a:t>N+1 쿼리 발생</a:t>
            </a:r>
            <a:endParaRPr lang="en-US" sz="1500" dirty="0"/>
          </a:p>
        </p:txBody>
      </p:sp>
      <p:sp>
        <p:nvSpPr>
          <p:cNvPr id="21" name="Text 16"/>
          <p:cNvSpPr txBox="1"/>
          <p:nvPr/>
        </p:nvSpPr>
        <p:spPr>
          <a:xfrm>
            <a:off x="868680" y="5751576"/>
            <a:ext cx="822960" cy="256032"/>
          </a:xfrm>
          <a:prstGeom prst="rect">
            <a:avLst/>
          </a:prstGeom>
          <a:noFill/>
          <a:ln/>
        </p:spPr>
        <p:txBody>
          <a:bodyPr wrap="square" lIns="0" tIns="0" rIns="0" bIns="0" rtlCol="0" anchor="t"/>
          <a:lstStyle/>
          <a:p>
            <a:pPr marL="0" indent="0" algn="l">
              <a:lnSpc>
                <a:spcPct val="115000"/>
              </a:lnSpc>
              <a:buNone/>
            </a:pPr>
            <a:r>
              <a:rPr lang="en-US" sz="1200" b="1" kern="0" spc="100" dirty="0">
                <a:solidFill>
                  <a:srgbClr val="B8562E"/>
                </a:solidFill>
                <a:latin typeface="맑은 고딕" pitchFamily="34" charset="0"/>
                <a:ea typeface="맑은 고딕" pitchFamily="34" charset="-122"/>
                <a:cs typeface="맑은 고딕" pitchFamily="34" charset="-120"/>
              </a:rPr>
              <a:t>해결</a:t>
            </a:r>
            <a:endParaRPr lang="en-US" sz="1200" dirty="0"/>
          </a:p>
        </p:txBody>
      </p:sp>
      <p:sp>
        <p:nvSpPr>
          <p:cNvPr id="22" name="Text 17"/>
          <p:cNvSpPr txBox="1"/>
          <p:nvPr/>
        </p:nvSpPr>
        <p:spPr>
          <a:xfrm>
            <a:off x="1783080" y="5705856"/>
            <a:ext cx="9509760" cy="365760"/>
          </a:xfrm>
          <a:prstGeom prst="rect">
            <a:avLst/>
          </a:prstGeom>
          <a:noFill/>
          <a:ln/>
        </p:spPr>
        <p:txBody>
          <a:bodyPr wrap="square" lIns="0" tIns="0" rIns="0" bIns="0" rtlCol="0" anchor="t"/>
          <a:lstStyle/>
          <a:p>
            <a:pPr marL="0" indent="0" algn="l">
              <a:lnSpc>
                <a:spcPct val="115000"/>
              </a:lnSpc>
              <a:buNone/>
            </a:pPr>
            <a:r>
              <a:rPr lang="en-US" sz="1500" dirty="0">
                <a:solidFill>
                  <a:srgbClr val="1F2328"/>
                </a:solidFill>
                <a:latin typeface="맑은 고딕" pitchFamily="34" charset="0"/>
                <a:ea typeface="맑은 고딕" pitchFamily="34" charset="-122"/>
                <a:cs typeface="맑은 고딕" pitchFamily="34" charset="-120"/>
              </a:rPr>
              <a:t>SQLAlchemy joinedload() 적용 (정확한 개선 수치는 미측정)</a:t>
            </a:r>
            <a:endParaRPr lang="en-US" sz="1500" dirty="0"/>
          </a:p>
        </p:txBody>
      </p:sp>
      <p:sp>
        <p:nvSpPr>
          <p:cNvPr id="25" name="Slide Number Placeholder 0"/>
          <p:cNvSpPr>
            <a:spLocks noGrp="1"/>
          </p:cNvSpPr>
          <p:nvPr>
            <p:ph type="sldNum" sz="quarter" idx="4294967295"/>
          </p:nvPr>
        </p:nvSpPr>
        <p:spPr>
          <a:xfrm>
            <a:off x="10634472" y="6455664"/>
            <a:ext cx="9144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latin typeface="맑은 고딕"/>
                <a:ea typeface="맑은 고딕"/>
                <a:cs typeface="맑은 고딕"/>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640080" y="402336"/>
            <a:ext cx="8229600" cy="274320"/>
          </a:xfrm>
          <a:prstGeom prst="rect">
            <a:avLst/>
          </a:prstGeom>
          <a:noFill/>
          <a:ln/>
        </p:spPr>
        <p:txBody>
          <a:bodyPr wrap="square" lIns="0" tIns="0" rIns="0" bIns="0" rtlCol="0" anchor="ctr"/>
          <a:lstStyle/>
          <a:p>
            <a:pPr marL="0" indent="0">
              <a:buNone/>
            </a:pPr>
            <a:r>
              <a:rPr lang="en-US" sz="1200" b="1" kern="0" spc="100" dirty="0">
                <a:solidFill>
                  <a:srgbClr val="B8562E"/>
                </a:solidFill>
                <a:latin typeface="맑은 고딕" pitchFamily="34" charset="0"/>
                <a:ea typeface="맑은 고딕" pitchFamily="34" charset="-122"/>
                <a:cs typeface="맑은 고딕" pitchFamily="34" charset="-120"/>
              </a:rPr>
              <a:t>11 · Conclusion</a:t>
            </a:r>
            <a:endParaRPr lang="en-US" sz="1200" dirty="0"/>
          </a:p>
        </p:txBody>
      </p:sp>
      <p:sp>
        <p:nvSpPr>
          <p:cNvPr id="3" name="Text 0"/>
          <p:cNvSpPr>
            <a:spLocks noGrp="1"/>
          </p:cNvSpPr>
          <p:nvPr>
            <p:ph type="title" idx="100" hasCustomPrompt="1"/>
          </p:nvPr>
        </p:nvSpPr>
        <p:spPr>
          <a:xfrm>
            <a:off x="640080" y="731520"/>
            <a:ext cx="10908792" cy="640080"/>
          </a:xfrm>
          <a:prstGeom prst="rect">
            <a:avLst/>
          </a:prstGeom>
          <a:noFill/>
          <a:ln/>
        </p:spPr>
        <p:txBody>
          <a:bodyPr wrap="square" lIns="0" tIns="0" rIns="0" bIns="0" rtlCol="0" anchor="t"/>
          <a:lstStyle/>
          <a:p>
            <a:pPr marL="0" indent="0" algn="l">
              <a:buNone/>
            </a:pPr>
            <a:r>
              <a:rPr lang="en-US" sz="3000" b="1" dirty="0">
                <a:solidFill>
                  <a:srgbClr val="1F2328"/>
                </a:solidFill>
                <a:latin typeface="맑은 고딕" pitchFamily="34" charset="0"/>
                <a:ea typeface="맑은 고딕" pitchFamily="34" charset="-122"/>
                <a:cs typeface="맑은 고딕" pitchFamily="34" charset="-120"/>
              </a:rPr>
              <a:t>결론 — 성과·한계·기대효과</a:t>
            </a:r>
            <a:endParaRPr lang="en-US" sz="3000" dirty="0"/>
          </a:p>
        </p:txBody>
      </p:sp>
      <p:sp>
        <p:nvSpPr>
          <p:cNvPr id="5" name="Shape 2"/>
          <p:cNvSpPr/>
          <p:nvPr/>
        </p:nvSpPr>
        <p:spPr>
          <a:xfrm>
            <a:off x="640080" y="1554480"/>
            <a:ext cx="10908792" cy="941832"/>
          </a:xfrm>
          <a:prstGeom prst="rect">
            <a:avLst/>
          </a:prstGeom>
          <a:solidFill>
            <a:srgbClr val="F4F5F6"/>
          </a:solidFill>
          <a:ln/>
        </p:spPr>
      </p:sp>
      <p:pic>
        <p:nvPicPr>
          <p:cNvPr id="6" name="Image 0" descr="성과"/>
          <p:cNvPicPr>
            <a:picLocks noChangeAspect="1"/>
          </p:cNvPicPr>
          <p:nvPr/>
        </p:nvPicPr>
        <p:blipFill>
          <a:blip r:embed="rId3"/>
          <a:stretch>
            <a:fillRect/>
          </a:stretch>
        </p:blipFill>
        <p:spPr>
          <a:xfrm>
            <a:off x="868680" y="1737360"/>
            <a:ext cx="310896" cy="310896"/>
          </a:xfrm>
          <a:prstGeom prst="rect">
            <a:avLst/>
          </a:prstGeom>
        </p:spPr>
      </p:pic>
      <p:sp>
        <p:nvSpPr>
          <p:cNvPr id="7" name="Text 3"/>
          <p:cNvSpPr txBox="1"/>
          <p:nvPr/>
        </p:nvSpPr>
        <p:spPr>
          <a:xfrm>
            <a:off x="1325880" y="1737360"/>
            <a:ext cx="2423160" cy="320040"/>
          </a:xfrm>
          <a:prstGeom prst="rect">
            <a:avLst/>
          </a:prstGeom>
          <a:noFill/>
          <a:ln/>
        </p:spPr>
        <p:txBody>
          <a:bodyPr wrap="square" lIns="0" tIns="0" rIns="0" bIns="0" rtlCol="0" anchor="t"/>
          <a:lstStyle/>
          <a:p>
            <a:pPr marL="0" indent="0" algn="l">
              <a:lnSpc>
                <a:spcPct val="115000"/>
              </a:lnSpc>
              <a:buNone/>
            </a:pPr>
            <a:r>
              <a:rPr lang="en-US" sz="1500" b="1" dirty="0">
                <a:solidFill>
                  <a:srgbClr val="1F2328"/>
                </a:solidFill>
                <a:latin typeface="맑은 고딕" pitchFamily="34" charset="0"/>
                <a:ea typeface="맑은 고딕" pitchFamily="34" charset="-122"/>
                <a:cs typeface="맑은 고딕" pitchFamily="34" charset="-120"/>
              </a:rPr>
              <a:t>성과</a:t>
            </a:r>
            <a:endParaRPr lang="en-US" sz="1500" dirty="0"/>
          </a:p>
        </p:txBody>
      </p:sp>
      <p:sp>
        <p:nvSpPr>
          <p:cNvPr id="8" name="Shape 4"/>
          <p:cNvSpPr/>
          <p:nvPr/>
        </p:nvSpPr>
        <p:spPr>
          <a:xfrm>
            <a:off x="3904488" y="1832343"/>
            <a:ext cx="68580" cy="68580"/>
          </a:xfrm>
          <a:prstGeom prst="ellipse">
            <a:avLst/>
          </a:prstGeom>
          <a:solidFill>
            <a:srgbClr val="4B5563"/>
          </a:solidFill>
          <a:ln/>
        </p:spPr>
      </p:sp>
      <p:sp>
        <p:nvSpPr>
          <p:cNvPr id="9" name="Text 5"/>
          <p:cNvSpPr txBox="1"/>
          <p:nvPr/>
        </p:nvSpPr>
        <p:spPr>
          <a:xfrm>
            <a:off x="4114800" y="1737360"/>
            <a:ext cx="7223760" cy="275920"/>
          </a:xfrm>
          <a:prstGeom prst="rect">
            <a:avLst/>
          </a:prstGeom>
          <a:noFill/>
          <a:ln/>
        </p:spPr>
        <p:txBody>
          <a:bodyPr wrap="square" lIns="0" tIns="0" rIns="0" bIns="0" rtlCol="0" anchor="t"/>
          <a:lstStyle/>
          <a:p>
            <a:pPr marL="0" indent="0">
              <a:lnSpc>
                <a:spcPct val="105000"/>
              </a:lnSpc>
              <a:buNone/>
            </a:pPr>
            <a:r>
              <a:rPr lang="en-US" sz="1400" dirty="0">
                <a:solidFill>
                  <a:srgbClr val="2B2F34"/>
                </a:solidFill>
                <a:latin typeface="맑은 고딕" pitchFamily="34" charset="0"/>
                <a:ea typeface="맑은 고딕" pitchFamily="34" charset="-122"/>
                <a:cs typeface="맑은 고딕" pitchFamily="34" charset="-120"/>
              </a:rPr>
              <a:t>전체 기능 87% 완료 시점, 핵심 워크플로우 정상 동작</a:t>
            </a:r>
            <a:endParaRPr lang="en-US" sz="1400" dirty="0"/>
          </a:p>
        </p:txBody>
      </p:sp>
      <p:sp>
        <p:nvSpPr>
          <p:cNvPr id="10" name="Shape 6"/>
          <p:cNvSpPr/>
          <p:nvPr/>
        </p:nvSpPr>
        <p:spPr>
          <a:xfrm>
            <a:off x="3904488" y="2140775"/>
            <a:ext cx="68580" cy="68580"/>
          </a:xfrm>
          <a:prstGeom prst="ellipse">
            <a:avLst/>
          </a:prstGeom>
          <a:solidFill>
            <a:srgbClr val="4B5563"/>
          </a:solidFill>
          <a:ln/>
        </p:spPr>
      </p:sp>
      <p:sp>
        <p:nvSpPr>
          <p:cNvPr id="11" name="Text 7"/>
          <p:cNvSpPr txBox="1"/>
          <p:nvPr/>
        </p:nvSpPr>
        <p:spPr>
          <a:xfrm>
            <a:off x="4114800" y="2045792"/>
            <a:ext cx="7223760" cy="275920"/>
          </a:xfrm>
          <a:prstGeom prst="rect">
            <a:avLst/>
          </a:prstGeom>
          <a:noFill/>
          <a:ln/>
        </p:spPr>
        <p:txBody>
          <a:bodyPr wrap="square" lIns="0" tIns="0" rIns="0" bIns="0" rtlCol="0" anchor="t"/>
          <a:lstStyle/>
          <a:p>
            <a:pPr marL="0" indent="0">
              <a:lnSpc>
                <a:spcPct val="105000"/>
              </a:lnSpc>
              <a:buNone/>
            </a:pPr>
            <a:r>
              <a:rPr lang="en-US" sz="1400" dirty="0">
                <a:solidFill>
                  <a:srgbClr val="2B2F34"/>
                </a:solidFill>
                <a:latin typeface="맑은 고딕" pitchFamily="34" charset="0"/>
                <a:ea typeface="맑은 고딕" pitchFamily="34" charset="-122"/>
                <a:cs typeface="맑은 고딕" pitchFamily="34" charset="-120"/>
              </a:rPr>
              <a:t>YOLOv8n 커스텀 모델 mAP50 0.86, 평균 추론 50ms/장</a:t>
            </a:r>
            <a:endParaRPr lang="en-US" sz="1400" dirty="0"/>
          </a:p>
        </p:txBody>
      </p:sp>
      <p:sp>
        <p:nvSpPr>
          <p:cNvPr id="12" name="Shape 8"/>
          <p:cNvSpPr/>
          <p:nvPr/>
        </p:nvSpPr>
        <p:spPr>
          <a:xfrm>
            <a:off x="640080" y="2542032"/>
            <a:ext cx="10908792" cy="941832"/>
          </a:xfrm>
          <a:prstGeom prst="rect">
            <a:avLst/>
          </a:prstGeom>
          <a:solidFill>
            <a:srgbClr val="F4F5F6"/>
          </a:solidFill>
          <a:ln/>
        </p:spPr>
      </p:sp>
      <p:pic>
        <p:nvPicPr>
          <p:cNvPr id="13" name="Image 1" descr="배운점"/>
          <p:cNvPicPr>
            <a:picLocks noChangeAspect="1"/>
          </p:cNvPicPr>
          <p:nvPr/>
        </p:nvPicPr>
        <p:blipFill>
          <a:blip r:embed="rId4"/>
          <a:stretch>
            <a:fillRect/>
          </a:stretch>
        </p:blipFill>
        <p:spPr>
          <a:xfrm>
            <a:off x="868680" y="2724912"/>
            <a:ext cx="310896" cy="310896"/>
          </a:xfrm>
          <a:prstGeom prst="rect">
            <a:avLst/>
          </a:prstGeom>
        </p:spPr>
      </p:pic>
      <p:sp>
        <p:nvSpPr>
          <p:cNvPr id="14" name="Text 9"/>
          <p:cNvSpPr txBox="1"/>
          <p:nvPr/>
        </p:nvSpPr>
        <p:spPr>
          <a:xfrm>
            <a:off x="1325880" y="2724912"/>
            <a:ext cx="2423160" cy="320040"/>
          </a:xfrm>
          <a:prstGeom prst="rect">
            <a:avLst/>
          </a:prstGeom>
          <a:noFill/>
          <a:ln/>
        </p:spPr>
        <p:txBody>
          <a:bodyPr wrap="square" lIns="0" tIns="0" rIns="0" bIns="0" rtlCol="0" anchor="t"/>
          <a:lstStyle/>
          <a:p>
            <a:pPr marL="0" indent="0" algn="l">
              <a:lnSpc>
                <a:spcPct val="115000"/>
              </a:lnSpc>
              <a:buNone/>
            </a:pPr>
            <a:r>
              <a:rPr lang="en-US" sz="1500" b="1" dirty="0">
                <a:solidFill>
                  <a:srgbClr val="1F2328"/>
                </a:solidFill>
                <a:latin typeface="맑은 고딕" pitchFamily="34" charset="0"/>
                <a:ea typeface="맑은 고딕" pitchFamily="34" charset="-122"/>
                <a:cs typeface="맑은 고딕" pitchFamily="34" charset="-120"/>
              </a:rPr>
              <a:t>배운점</a:t>
            </a:r>
            <a:endParaRPr lang="en-US" sz="1500" dirty="0"/>
          </a:p>
        </p:txBody>
      </p:sp>
      <p:sp>
        <p:nvSpPr>
          <p:cNvPr id="15" name="Shape 10"/>
          <p:cNvSpPr/>
          <p:nvPr/>
        </p:nvSpPr>
        <p:spPr>
          <a:xfrm>
            <a:off x="3904488" y="2819895"/>
            <a:ext cx="68580" cy="68580"/>
          </a:xfrm>
          <a:prstGeom prst="ellipse">
            <a:avLst/>
          </a:prstGeom>
          <a:solidFill>
            <a:srgbClr val="4B5563"/>
          </a:solidFill>
          <a:ln/>
        </p:spPr>
      </p:sp>
      <p:sp>
        <p:nvSpPr>
          <p:cNvPr id="16" name="Text 11"/>
          <p:cNvSpPr txBox="1"/>
          <p:nvPr/>
        </p:nvSpPr>
        <p:spPr>
          <a:xfrm>
            <a:off x="4114800" y="2724912"/>
            <a:ext cx="7223760" cy="275920"/>
          </a:xfrm>
          <a:prstGeom prst="rect">
            <a:avLst/>
          </a:prstGeom>
          <a:noFill/>
          <a:ln/>
        </p:spPr>
        <p:txBody>
          <a:bodyPr wrap="square" lIns="0" tIns="0" rIns="0" bIns="0" rtlCol="0" anchor="t"/>
          <a:lstStyle/>
          <a:p>
            <a:pPr marL="0" indent="0">
              <a:lnSpc>
                <a:spcPct val="105000"/>
              </a:lnSpc>
              <a:buNone/>
            </a:pPr>
            <a:r>
              <a:rPr lang="en-US" sz="1400" dirty="0">
                <a:solidFill>
                  <a:srgbClr val="2B2F34"/>
                </a:solidFill>
                <a:latin typeface="맑은 고딕" pitchFamily="34" charset="0"/>
                <a:ea typeface="맑은 고딕" pitchFamily="34" charset="-122"/>
                <a:cs typeface="맑은 고딕" pitchFamily="34" charset="-120"/>
              </a:rPr>
              <a:t>파트 간 일정·문서를 조율해 결과가 맞물리게 하는 것이 PM의 역할임을 배움</a:t>
            </a:r>
            <a:endParaRPr lang="en-US" sz="1400" dirty="0"/>
          </a:p>
        </p:txBody>
      </p:sp>
      <p:sp>
        <p:nvSpPr>
          <p:cNvPr id="17" name="Shape 12"/>
          <p:cNvSpPr/>
          <p:nvPr/>
        </p:nvSpPr>
        <p:spPr>
          <a:xfrm>
            <a:off x="3904488" y="3128328"/>
            <a:ext cx="68580" cy="68580"/>
          </a:xfrm>
          <a:prstGeom prst="ellipse">
            <a:avLst/>
          </a:prstGeom>
          <a:solidFill>
            <a:srgbClr val="4B5563"/>
          </a:solidFill>
          <a:ln/>
        </p:spPr>
      </p:sp>
      <p:sp>
        <p:nvSpPr>
          <p:cNvPr id="18" name="Text 13"/>
          <p:cNvSpPr txBox="1"/>
          <p:nvPr/>
        </p:nvSpPr>
        <p:spPr>
          <a:xfrm>
            <a:off x="4114800" y="3033344"/>
            <a:ext cx="7223760" cy="275920"/>
          </a:xfrm>
          <a:prstGeom prst="rect">
            <a:avLst/>
          </a:prstGeom>
          <a:noFill/>
          <a:ln/>
        </p:spPr>
        <p:txBody>
          <a:bodyPr wrap="square" lIns="0" tIns="0" rIns="0" bIns="0" rtlCol="0" anchor="t"/>
          <a:lstStyle/>
          <a:p>
            <a:pPr marL="0" indent="0">
              <a:lnSpc>
                <a:spcPct val="105000"/>
              </a:lnSpc>
              <a:buNone/>
            </a:pPr>
            <a:r>
              <a:rPr lang="en-US" sz="1400" dirty="0">
                <a:solidFill>
                  <a:srgbClr val="2B2F34"/>
                </a:solidFill>
                <a:latin typeface="맑은 고딕" pitchFamily="34" charset="0"/>
                <a:ea typeface="맑은 고딕" pitchFamily="34" charset="-122"/>
                <a:cs typeface="맑은 고딕" pitchFamily="34" charset="-120"/>
              </a:rPr>
              <a:t>범위(스코프)를 재조정하며 우선순위를 정하는 것도 프로젝트 관리의 일부임을 배움</a:t>
            </a:r>
            <a:endParaRPr lang="en-US" sz="1400" dirty="0"/>
          </a:p>
        </p:txBody>
      </p:sp>
      <p:sp>
        <p:nvSpPr>
          <p:cNvPr id="19" name="Shape 14"/>
          <p:cNvSpPr/>
          <p:nvPr/>
        </p:nvSpPr>
        <p:spPr>
          <a:xfrm>
            <a:off x="640080" y="3529584"/>
            <a:ext cx="10908792" cy="1572768"/>
          </a:xfrm>
          <a:prstGeom prst="rect">
            <a:avLst/>
          </a:prstGeom>
          <a:solidFill>
            <a:srgbClr val="F4F5F6"/>
          </a:solidFill>
          <a:ln/>
        </p:spPr>
      </p:sp>
      <p:pic>
        <p:nvPicPr>
          <p:cNvPr id="20" name="Image 2" descr="한계 (정직하게 기록)"/>
          <p:cNvPicPr>
            <a:picLocks noChangeAspect="1"/>
          </p:cNvPicPr>
          <p:nvPr/>
        </p:nvPicPr>
        <p:blipFill>
          <a:blip r:embed="rId5"/>
          <a:stretch>
            <a:fillRect/>
          </a:stretch>
        </p:blipFill>
        <p:spPr>
          <a:xfrm>
            <a:off x="868680" y="3712464"/>
            <a:ext cx="310896" cy="310896"/>
          </a:xfrm>
          <a:prstGeom prst="rect">
            <a:avLst/>
          </a:prstGeom>
        </p:spPr>
      </p:pic>
      <p:sp>
        <p:nvSpPr>
          <p:cNvPr id="21" name="Text 15"/>
          <p:cNvSpPr txBox="1"/>
          <p:nvPr/>
        </p:nvSpPr>
        <p:spPr>
          <a:xfrm>
            <a:off x="1325880" y="3712464"/>
            <a:ext cx="2423160" cy="320040"/>
          </a:xfrm>
          <a:prstGeom prst="rect">
            <a:avLst/>
          </a:prstGeom>
          <a:noFill/>
          <a:ln/>
        </p:spPr>
        <p:txBody>
          <a:bodyPr wrap="square" lIns="0" tIns="0" rIns="0" bIns="0" rtlCol="0" anchor="t"/>
          <a:lstStyle/>
          <a:p>
            <a:pPr marL="0" indent="0" algn="l">
              <a:lnSpc>
                <a:spcPct val="115000"/>
              </a:lnSpc>
              <a:buNone/>
            </a:pPr>
            <a:r>
              <a:rPr lang="en-US" sz="1500" b="1" dirty="0">
                <a:solidFill>
                  <a:srgbClr val="1F2328"/>
                </a:solidFill>
                <a:latin typeface="맑은 고딕" pitchFamily="34" charset="0"/>
                <a:ea typeface="맑은 고딕" pitchFamily="34" charset="-122"/>
                <a:cs typeface="맑은 고딕" pitchFamily="34" charset="-120"/>
              </a:rPr>
              <a:t>한계 (정직하게 기록)</a:t>
            </a:r>
            <a:endParaRPr lang="en-US" sz="1500" dirty="0"/>
          </a:p>
        </p:txBody>
      </p:sp>
      <p:sp>
        <p:nvSpPr>
          <p:cNvPr id="22" name="Shape 16"/>
          <p:cNvSpPr/>
          <p:nvPr/>
        </p:nvSpPr>
        <p:spPr>
          <a:xfrm>
            <a:off x="3904488" y="3807447"/>
            <a:ext cx="68580" cy="68580"/>
          </a:xfrm>
          <a:prstGeom prst="ellipse">
            <a:avLst/>
          </a:prstGeom>
          <a:solidFill>
            <a:srgbClr val="4B5563"/>
          </a:solidFill>
          <a:ln/>
        </p:spPr>
      </p:sp>
      <p:sp>
        <p:nvSpPr>
          <p:cNvPr id="23" name="Text 17"/>
          <p:cNvSpPr txBox="1"/>
          <p:nvPr/>
        </p:nvSpPr>
        <p:spPr>
          <a:xfrm>
            <a:off x="4114800" y="3712464"/>
            <a:ext cx="7223760" cy="275920"/>
          </a:xfrm>
          <a:prstGeom prst="rect">
            <a:avLst/>
          </a:prstGeom>
          <a:noFill/>
          <a:ln/>
        </p:spPr>
        <p:txBody>
          <a:bodyPr wrap="square" lIns="0" tIns="0" rIns="0" bIns="0" rtlCol="0" anchor="t"/>
          <a:lstStyle/>
          <a:p>
            <a:pPr marL="0" indent="0">
              <a:lnSpc>
                <a:spcPct val="105000"/>
              </a:lnSpc>
              <a:buNone/>
            </a:pPr>
            <a:r>
              <a:rPr lang="en-US" sz="1400" dirty="0">
                <a:solidFill>
                  <a:srgbClr val="2B2F34"/>
                </a:solidFill>
                <a:latin typeface="맑은 고딕" pitchFamily="34" charset="0"/>
                <a:ea typeface="맑은 고딕" pitchFamily="34" charset="-122"/>
                <a:cs typeface="맑은 고딕" pitchFamily="34" charset="-120"/>
              </a:rPr>
              <a:t>RBAC 라우터 검증 없음</a:t>
            </a:r>
            <a:endParaRPr lang="en-US" sz="1400" dirty="0"/>
          </a:p>
        </p:txBody>
      </p:sp>
      <p:sp>
        <p:nvSpPr>
          <p:cNvPr id="24" name="Shape 18"/>
          <p:cNvSpPr/>
          <p:nvPr/>
        </p:nvSpPr>
        <p:spPr>
          <a:xfrm>
            <a:off x="3904488" y="4115880"/>
            <a:ext cx="68580" cy="68580"/>
          </a:xfrm>
          <a:prstGeom prst="ellipse">
            <a:avLst/>
          </a:prstGeom>
          <a:solidFill>
            <a:srgbClr val="4B5563"/>
          </a:solidFill>
          <a:ln/>
        </p:spPr>
      </p:sp>
      <p:sp>
        <p:nvSpPr>
          <p:cNvPr id="25" name="Text 19"/>
          <p:cNvSpPr txBox="1"/>
          <p:nvPr/>
        </p:nvSpPr>
        <p:spPr>
          <a:xfrm>
            <a:off x="4114800" y="4020896"/>
            <a:ext cx="7223760" cy="275920"/>
          </a:xfrm>
          <a:prstGeom prst="rect">
            <a:avLst/>
          </a:prstGeom>
          <a:noFill/>
          <a:ln/>
        </p:spPr>
        <p:txBody>
          <a:bodyPr wrap="square" lIns="0" tIns="0" rIns="0" bIns="0" rtlCol="0" anchor="t"/>
          <a:lstStyle/>
          <a:p>
            <a:pPr marL="0" indent="0">
              <a:lnSpc>
                <a:spcPct val="105000"/>
              </a:lnSpc>
              <a:buNone/>
            </a:pPr>
            <a:r>
              <a:rPr lang="en-US" sz="1400" dirty="0">
                <a:solidFill>
                  <a:srgbClr val="2B2F34"/>
                </a:solidFill>
                <a:latin typeface="맑은 고딕" pitchFamily="34" charset="0"/>
                <a:ea typeface="맑은 고딕" pitchFamily="34" charset="-122"/>
                <a:cs typeface="맑은 고딕" pitchFamily="34" charset="-120"/>
              </a:rPr>
              <a:t>AWS S3 연동은 뼈대만 구현 · CORS 전체 허용 상태</a:t>
            </a:r>
            <a:endParaRPr lang="en-US" sz="1400" dirty="0"/>
          </a:p>
        </p:txBody>
      </p:sp>
      <p:sp>
        <p:nvSpPr>
          <p:cNvPr id="26" name="Shape 20"/>
          <p:cNvSpPr/>
          <p:nvPr/>
        </p:nvSpPr>
        <p:spPr>
          <a:xfrm>
            <a:off x="3904488" y="4424312"/>
            <a:ext cx="68580" cy="68580"/>
          </a:xfrm>
          <a:prstGeom prst="ellipse">
            <a:avLst/>
          </a:prstGeom>
          <a:solidFill>
            <a:srgbClr val="4B5563"/>
          </a:solidFill>
          <a:ln/>
        </p:spPr>
      </p:sp>
      <p:sp>
        <p:nvSpPr>
          <p:cNvPr id="27" name="Text 21"/>
          <p:cNvSpPr txBox="1"/>
          <p:nvPr/>
        </p:nvSpPr>
        <p:spPr>
          <a:xfrm>
            <a:off x="4114800" y="4329328"/>
            <a:ext cx="7223760" cy="275920"/>
          </a:xfrm>
          <a:prstGeom prst="rect">
            <a:avLst/>
          </a:prstGeom>
          <a:noFill/>
          <a:ln/>
        </p:spPr>
        <p:txBody>
          <a:bodyPr wrap="square" lIns="0" tIns="0" rIns="0" bIns="0" rtlCol="0" anchor="t"/>
          <a:lstStyle/>
          <a:p>
            <a:pPr marL="0" indent="0">
              <a:lnSpc>
                <a:spcPct val="105000"/>
              </a:lnSpc>
              <a:buNone/>
            </a:pPr>
            <a:r>
              <a:rPr lang="en-US" sz="1400" dirty="0">
                <a:solidFill>
                  <a:srgbClr val="2B2F34"/>
                </a:solidFill>
                <a:latin typeface="맑은 고딕" pitchFamily="34" charset="0"/>
                <a:ea typeface="맑은 고딕" pitchFamily="34" charset="-122"/>
                <a:cs typeface="맑은 고딕" pitchFamily="34" charset="-120"/>
              </a:rPr>
              <a:t>유닛/통합/E2E 테스트 코드 부재</a:t>
            </a:r>
            <a:endParaRPr lang="en-US" sz="1400" dirty="0"/>
          </a:p>
        </p:txBody>
      </p:sp>
      <p:sp>
        <p:nvSpPr>
          <p:cNvPr id="28" name="Shape 22"/>
          <p:cNvSpPr/>
          <p:nvPr/>
        </p:nvSpPr>
        <p:spPr>
          <a:xfrm>
            <a:off x="3904488" y="4732744"/>
            <a:ext cx="68580" cy="68580"/>
          </a:xfrm>
          <a:prstGeom prst="ellipse">
            <a:avLst/>
          </a:prstGeom>
          <a:solidFill>
            <a:srgbClr val="4B5563"/>
          </a:solidFill>
          <a:ln/>
        </p:spPr>
      </p:sp>
      <p:sp>
        <p:nvSpPr>
          <p:cNvPr id="29" name="Text 23"/>
          <p:cNvSpPr txBox="1"/>
          <p:nvPr/>
        </p:nvSpPr>
        <p:spPr>
          <a:xfrm>
            <a:off x="4114800" y="4637761"/>
            <a:ext cx="7223760" cy="275920"/>
          </a:xfrm>
          <a:prstGeom prst="rect">
            <a:avLst/>
          </a:prstGeom>
          <a:noFill/>
          <a:ln/>
        </p:spPr>
        <p:txBody>
          <a:bodyPr wrap="square" lIns="0" tIns="0" rIns="0" bIns="0" rtlCol="0" anchor="t"/>
          <a:lstStyle/>
          <a:p>
            <a:pPr marL="0" indent="0">
              <a:lnSpc>
                <a:spcPct val="105000"/>
              </a:lnSpc>
              <a:buNone/>
            </a:pPr>
            <a:r>
              <a:rPr lang="en-US" sz="1400" dirty="0">
                <a:solidFill>
                  <a:srgbClr val="2B2F34"/>
                </a:solidFill>
                <a:latin typeface="맑은 고딕" pitchFamily="34" charset="0"/>
                <a:ea typeface="맑은 고딕" pitchFamily="34" charset="-122"/>
                <a:cs typeface="맑은 고딕" pitchFamily="34" charset="-120"/>
              </a:rPr>
              <a:t>px→mm 환산은 고정 계수 (캘리브레이션 미적용)</a:t>
            </a:r>
            <a:endParaRPr lang="en-US" sz="1400" dirty="0"/>
          </a:p>
        </p:txBody>
      </p:sp>
      <p:sp>
        <p:nvSpPr>
          <p:cNvPr id="30" name="Shape 24"/>
          <p:cNvSpPr/>
          <p:nvPr/>
        </p:nvSpPr>
        <p:spPr>
          <a:xfrm>
            <a:off x="640080" y="5148072"/>
            <a:ext cx="10908792" cy="1225296"/>
          </a:xfrm>
          <a:prstGeom prst="rect">
            <a:avLst/>
          </a:prstGeom>
          <a:solidFill>
            <a:srgbClr val="F4F5F6"/>
          </a:solidFill>
          <a:ln/>
        </p:spPr>
      </p:sp>
      <p:pic>
        <p:nvPicPr>
          <p:cNvPr id="31" name="Image 3" descr="기대효과 및 향후 과제"/>
          <p:cNvPicPr>
            <a:picLocks noChangeAspect="1"/>
          </p:cNvPicPr>
          <p:nvPr/>
        </p:nvPicPr>
        <p:blipFill>
          <a:blip r:embed="rId6"/>
          <a:stretch>
            <a:fillRect/>
          </a:stretch>
        </p:blipFill>
        <p:spPr>
          <a:xfrm>
            <a:off x="868680" y="5330952"/>
            <a:ext cx="310896" cy="310896"/>
          </a:xfrm>
          <a:prstGeom prst="rect">
            <a:avLst/>
          </a:prstGeom>
        </p:spPr>
      </p:pic>
      <p:sp>
        <p:nvSpPr>
          <p:cNvPr id="32" name="Text 25"/>
          <p:cNvSpPr txBox="1"/>
          <p:nvPr/>
        </p:nvSpPr>
        <p:spPr>
          <a:xfrm>
            <a:off x="1325880" y="5330952"/>
            <a:ext cx="2423160" cy="320040"/>
          </a:xfrm>
          <a:prstGeom prst="rect">
            <a:avLst/>
          </a:prstGeom>
          <a:noFill/>
          <a:ln/>
        </p:spPr>
        <p:txBody>
          <a:bodyPr wrap="square" lIns="0" tIns="0" rIns="0" bIns="0" rtlCol="0" anchor="t"/>
          <a:lstStyle/>
          <a:p>
            <a:pPr marL="0" indent="0" algn="l">
              <a:lnSpc>
                <a:spcPct val="115000"/>
              </a:lnSpc>
              <a:buNone/>
            </a:pPr>
            <a:r>
              <a:rPr lang="en-US" sz="1500" b="1" dirty="0">
                <a:solidFill>
                  <a:srgbClr val="1F2328"/>
                </a:solidFill>
                <a:latin typeface="맑은 고딕" pitchFamily="34" charset="0"/>
                <a:ea typeface="맑은 고딕" pitchFamily="34" charset="-122"/>
                <a:cs typeface="맑은 고딕" pitchFamily="34" charset="-120"/>
              </a:rPr>
              <a:t>기대효과 및 향후 과제</a:t>
            </a:r>
            <a:endParaRPr lang="en-US" sz="1500" dirty="0"/>
          </a:p>
        </p:txBody>
      </p:sp>
      <p:sp>
        <p:nvSpPr>
          <p:cNvPr id="33" name="Shape 26"/>
          <p:cNvSpPr/>
          <p:nvPr/>
        </p:nvSpPr>
        <p:spPr>
          <a:xfrm>
            <a:off x="3904488" y="5425935"/>
            <a:ext cx="68580" cy="68580"/>
          </a:xfrm>
          <a:prstGeom prst="ellipse">
            <a:avLst/>
          </a:prstGeom>
          <a:solidFill>
            <a:srgbClr val="4B5563"/>
          </a:solidFill>
          <a:ln/>
        </p:spPr>
      </p:sp>
      <p:sp>
        <p:nvSpPr>
          <p:cNvPr id="34" name="Text 27"/>
          <p:cNvSpPr txBox="1"/>
          <p:nvPr/>
        </p:nvSpPr>
        <p:spPr>
          <a:xfrm>
            <a:off x="4114800" y="5330952"/>
            <a:ext cx="7223760" cy="275920"/>
          </a:xfrm>
          <a:prstGeom prst="rect">
            <a:avLst/>
          </a:prstGeom>
          <a:noFill/>
          <a:ln/>
        </p:spPr>
        <p:txBody>
          <a:bodyPr wrap="square" lIns="0" tIns="0" rIns="0" bIns="0" rtlCol="0" anchor="t"/>
          <a:lstStyle/>
          <a:p>
            <a:pPr marL="0" indent="0">
              <a:lnSpc>
                <a:spcPct val="105000"/>
              </a:lnSpc>
              <a:buNone/>
            </a:pPr>
            <a:r>
              <a:rPr lang="ko-KR" sz="1400" b="1" dirty="0">
                <a:solidFill>
                  <a:srgbClr val="1F2328"/>
                </a:solidFill>
                <a:latin typeface="맑은 고딕" pitchFamily="34" charset="0"/>
                <a:ea typeface="맑은 고딕" pitchFamily="34" charset="-122"/>
                <a:cs typeface="맑은 고딕" pitchFamily="34" charset="-120"/>
              </a:rPr>
              <a:t>기대효과</a:t>
            </a:r>
            <a:r>
              <a:rPr lang="ko-KR" sz="1400" dirty="0">
                <a:solidFill>
                  <a:srgbClr val="2B2F34"/>
                </a:solidFill>
                <a:latin typeface="맑은 고딕" pitchFamily="34" charset="0"/>
                <a:ea typeface="맑은 고딕" pitchFamily="34" charset="-122"/>
                <a:cs typeface="맑은 고딕" pitchFamily="34" charset="-120"/>
              </a:rPr>
              <a:t xml:space="preserve">  저비용 AI 점검으로 소규모 노후 건물의 점검 사각지대 완화</a:t>
            </a:r>
            <a:endParaRPr lang="en-US" sz="1400" dirty="0"/>
          </a:p>
        </p:txBody>
      </p:sp>
      <p:sp>
        <p:nvSpPr>
          <p:cNvPr id="35" name="Shape 28"/>
          <p:cNvSpPr/>
          <p:nvPr/>
        </p:nvSpPr>
        <p:spPr>
          <a:xfrm>
            <a:off x="3904488" y="5734368"/>
            <a:ext cx="68580" cy="68580"/>
          </a:xfrm>
          <a:prstGeom prst="ellipse">
            <a:avLst/>
          </a:prstGeom>
          <a:solidFill>
            <a:srgbClr val="4B5563"/>
          </a:solidFill>
          <a:ln/>
        </p:spPr>
      </p:sp>
      <p:sp>
        <p:nvSpPr>
          <p:cNvPr id="36" name="Text 29"/>
          <p:cNvSpPr txBox="1"/>
          <p:nvPr/>
        </p:nvSpPr>
        <p:spPr>
          <a:xfrm>
            <a:off x="4114800" y="5639384"/>
            <a:ext cx="7223760" cy="275920"/>
          </a:xfrm>
          <a:prstGeom prst="rect">
            <a:avLst/>
          </a:prstGeom>
          <a:noFill/>
          <a:ln/>
        </p:spPr>
        <p:txBody>
          <a:bodyPr wrap="square" lIns="0" tIns="0" rIns="0" bIns="0" rtlCol="0" anchor="t"/>
          <a:lstStyle/>
          <a:p>
            <a:pPr marL="0" indent="0">
              <a:lnSpc>
                <a:spcPct val="105000"/>
              </a:lnSpc>
              <a:buNone/>
            </a:pPr>
            <a:r>
              <a:rPr lang="ko-KR" sz="1400" b="1" dirty="0">
                <a:solidFill>
                  <a:srgbClr val="1F2328"/>
                </a:solidFill>
                <a:latin typeface="맑은 고딕" pitchFamily="34" charset="0"/>
                <a:ea typeface="맑은 고딕" pitchFamily="34" charset="-122"/>
                <a:cs typeface="맑은 고딕" pitchFamily="34" charset="-120"/>
              </a:rPr>
              <a:t>확장 진행</a:t>
            </a:r>
            <a:r>
              <a:rPr lang="ko-KR" sz="1400" dirty="0">
                <a:solidFill>
                  <a:srgbClr val="2B2F34"/>
                </a:solidFill>
                <a:latin typeface="맑은 고딕" pitchFamily="34" charset="0"/>
                <a:ea typeface="맑은 고딕" pitchFamily="34" charset="-122"/>
                <a:cs typeface="맑은 고딕" pitchFamily="34" charset="-120"/>
              </a:rPr>
              <a:t xml:space="preserve">  자율주행 스캔 로봇 시제품 — 주행 중 균열 탐지 시 자동 정지·촬영</a:t>
            </a:r>
            <a:endParaRPr lang="en-US" sz="1400" dirty="0"/>
          </a:p>
        </p:txBody>
      </p:sp>
      <p:sp>
        <p:nvSpPr>
          <p:cNvPr id="37" name="Shape 30"/>
          <p:cNvSpPr/>
          <p:nvPr/>
        </p:nvSpPr>
        <p:spPr>
          <a:xfrm>
            <a:off x="3904488" y="6042800"/>
            <a:ext cx="68580" cy="68580"/>
          </a:xfrm>
          <a:prstGeom prst="ellipse">
            <a:avLst/>
          </a:prstGeom>
          <a:solidFill>
            <a:srgbClr val="4B5563"/>
          </a:solidFill>
          <a:ln/>
        </p:spPr>
      </p:sp>
      <p:sp>
        <p:nvSpPr>
          <p:cNvPr id="38" name="Text 31"/>
          <p:cNvSpPr txBox="1"/>
          <p:nvPr/>
        </p:nvSpPr>
        <p:spPr>
          <a:xfrm>
            <a:off x="4114800" y="5947816"/>
            <a:ext cx="7223760" cy="275920"/>
          </a:xfrm>
          <a:prstGeom prst="rect">
            <a:avLst/>
          </a:prstGeom>
          <a:noFill/>
          <a:ln/>
        </p:spPr>
        <p:txBody>
          <a:bodyPr wrap="square" lIns="0" tIns="0" rIns="0" bIns="0" rtlCol="0" anchor="t"/>
          <a:lstStyle/>
          <a:p>
            <a:pPr marL="0" indent="0">
              <a:lnSpc>
                <a:spcPct val="105000"/>
              </a:lnSpc>
              <a:buNone/>
            </a:pPr>
            <a:r>
              <a:rPr lang="ko-KR" sz="1400" b="1" dirty="0">
                <a:solidFill>
                  <a:srgbClr val="1F2328"/>
                </a:solidFill>
                <a:latin typeface="맑은 고딕" pitchFamily="34" charset="0"/>
                <a:ea typeface="맑은 고딕" pitchFamily="34" charset="-122"/>
                <a:cs typeface="맑은 고딕" pitchFamily="34" charset="-120"/>
              </a:rPr>
              <a:t>향후 과제</a:t>
            </a:r>
            <a:r>
              <a:rPr lang="ko-KR" sz="1400" dirty="0">
                <a:solidFill>
                  <a:srgbClr val="2B2F34"/>
                </a:solidFill>
                <a:latin typeface="맑은 고딕" pitchFamily="34" charset="0"/>
                <a:ea typeface="맑은 고딕" pitchFamily="34" charset="-122"/>
                <a:cs typeface="맑은 고딕" pitchFamily="34" charset="-120"/>
              </a:rPr>
              <a:t xml:space="preserve">  로봇 탐지 결과 서버 연동, RBAC·테스트 보강, 인프라 전환</a:t>
            </a:r>
            <a:endParaRPr lang="en-US" sz="1400" dirty="308432"/>
          </a:p>
        </p:txBody>
      </p:sp>
      <p:sp>
        <p:nvSpPr>
          <p:cNvPr id="4" name="Slide Number Placeholder 0"/>
          <p:cNvSpPr>
            <a:spLocks noGrp="1"/>
          </p:cNvSpPr>
          <p:nvPr>
            <p:ph type="sldNum" sz="quarter" idx="4294967295"/>
          </p:nvPr>
        </p:nvSpPr>
        <p:spPr>
          <a:xfrm>
            <a:off x="10634472" y="6455664"/>
            <a:ext cx="9144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latin typeface="맑은 고딕"/>
                <a:ea typeface="맑은 고딕"/>
                <a:cs typeface="맑은 고딕"/>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0" y="2514600"/>
            <a:ext cx="12191695" cy="1188720"/>
          </a:xfrm>
          <a:prstGeom prst="rect">
            <a:avLst/>
          </a:prstGeom>
          <a:noFill/>
          <a:ln/>
        </p:spPr>
        <p:txBody>
          <a:bodyPr wrap="square" lIns="0" tIns="0" rIns="0" bIns="0" rtlCol="0" anchor="t"/>
          <a:lstStyle/>
          <a:p>
            <a:pPr marL="0" indent="0" algn="ctr">
              <a:lnSpc>
                <a:spcPct val="115000"/>
              </a:lnSpc>
              <a:buNone/>
            </a:pPr>
            <a:r>
              <a:rPr lang="en-US" sz="5400" b="1" dirty="0">
                <a:solidFill>
                  <a:srgbClr val="FFFFFF"/>
                </a:solidFill>
                <a:latin typeface="맑은 고딕" pitchFamily="34" charset="0"/>
                <a:ea typeface="맑은 고딕" pitchFamily="34" charset="-122"/>
                <a:cs typeface="맑은 고딕" pitchFamily="34" charset="-120"/>
              </a:rPr>
              <a:t>감사합니다</a:t>
            </a:r>
            <a:endParaRPr lang="en-US" sz="5400" dirty="0"/>
          </a:p>
        </p:txBody>
      </p:sp>
      <p:sp>
        <p:nvSpPr>
          <p:cNvPr id="3" name="Text 1"/>
          <p:cNvSpPr txBox="1"/>
          <p:nvPr/>
        </p:nvSpPr>
        <p:spPr>
          <a:xfrm>
            <a:off x="0" y="3794760"/>
            <a:ext cx="12191695" cy="548640"/>
          </a:xfrm>
          <a:prstGeom prst="rect">
            <a:avLst/>
          </a:prstGeom>
          <a:noFill/>
          <a:ln/>
        </p:spPr>
        <p:txBody>
          <a:bodyPr wrap="square" lIns="0" tIns="0" rIns="0" bIns="0" rtlCol="0" anchor="t"/>
          <a:lstStyle/>
          <a:p>
            <a:pPr marL="0" indent="0" algn="ctr">
              <a:lnSpc>
                <a:spcPct val="115000"/>
              </a:lnSpc>
              <a:buNone/>
            </a:pPr>
            <a:r>
              <a:rPr lang="en-US" sz="2400" b="1" dirty="0">
                <a:solidFill>
                  <a:srgbClr val="D98A5F"/>
                </a:solidFill>
                <a:latin typeface="Cambria" pitchFamily="34" charset="0"/>
                <a:ea typeface="Cambria" pitchFamily="34" charset="-122"/>
                <a:cs typeface="Cambria" pitchFamily="34" charset="-120"/>
              </a:rPr>
              <a:t>Q &amp; A</a:t>
            </a:r>
            <a:endParaRPr lang="en-US" sz="2400" dirty="0"/>
          </a:p>
        </p:txBody>
      </p:sp>
      <p:sp>
        <p:nvSpPr>
          <p:cNvPr id="25" name="Slide Number Placeholder 0"/>
          <p:cNvSpPr>
            <a:spLocks noGrp="1"/>
          </p:cNvSpPr>
          <p:nvPr>
            <p:ph type="sldNum" sz="quarter" idx="4294967295"/>
          </p:nvPr>
        </p:nvSpPr>
        <p:spPr>
          <a:xfrm>
            <a:off x="10634472" y="6455664"/>
            <a:ext cx="9144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7A7F87"/>
                </a:solidFill>
                <a:latin typeface="맑은 고딕"/>
                <a:ea typeface="맑은 고딕"/>
                <a:cs typeface="맑은 고딕"/>
              </a:defRPr>
            </a:lvl1pPr>
          </a:lstStyle>
          <a:p>
            <a:pPr algn="r"/>
            <a:fld id="{F7021451-1387-4CA6-816F-3879F97B5CBC}" type="slidenum">
              <a:rPr lang="en-US" b="0"/>
              <a:t>17</a:t>
            </a:fld>
            <a:endParaRPr lang="en-US"/>
          </a:p>
        </p:txBody>
      </p:sp>
    </p:spTree>
  </p:cSld>
  <p:clrMapOvr>
    <a:masterClrMapping/>
  </p:clrMapOvr>
</p:sld>
</file>

<file path=ppt/theme/theme1.xml><?xml version="1.0" encoding="utf-8"?>
<a:theme xmlns:a="http://schemas.openxmlformats.org/drawingml/2006/main" name="CrackBot Capstone">
  <a:themeElements>
    <a:clrScheme name="CrackBot Capstone">
      <a:dk1>
        <a:srgbClr val="1F2328"/>
      </a:dk1>
      <a:lt1>
        <a:srgbClr val="FFFFFF"/>
      </a:lt1>
      <a:dk2>
        <a:srgbClr val="2B2F34"/>
      </a:dk2>
      <a:lt2>
        <a:srgbClr val="F4F5F6"/>
      </a:lt2>
      <a:accent1>
        <a:srgbClr val="B8562E"/>
      </a:accent1>
      <a:accent2>
        <a:srgbClr val="6B7280"/>
      </a:accent2>
      <a:accent3>
        <a:srgbClr val="D98A5F"/>
      </a:accent3>
      <a:accent4>
        <a:srgbClr val="9CA3AF"/>
      </a:accent4>
      <a:accent5>
        <a:srgbClr val="3A3F45"/>
      </a:accent5>
      <a:accent6>
        <a:srgbClr val="D9DCE0"/>
      </a:accent6>
      <a:hlink>
        <a:srgbClr val="B8562E"/>
      </a:hlink>
      <a:folHlink>
        <a:srgbClr val="6B7280"/>
      </a:folHlink>
    </a:clrScheme>
    <a:fontScheme name="CrackBot Capston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2329</Words>
  <Application>Microsoft Office PowerPoint</Application>
  <PresentationFormat>와이드스크린</PresentationFormat>
  <Paragraphs>407</Paragraphs>
  <Slides>17</Slides>
  <Notes>17</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17</vt:i4>
      </vt:variant>
    </vt:vector>
  </HeadingPairs>
  <TitlesOfParts>
    <vt:vector size="22" baseType="lpstr">
      <vt:lpstr>맑은 고딕</vt:lpstr>
      <vt:lpstr>Arial</vt:lpstr>
      <vt:lpstr>Cambria</vt:lpstr>
      <vt:lpstr>Courier New</vt:lpstr>
      <vt:lpstr>CrackBot Capstone</vt:lpstr>
      <vt:lpstr>PowerPoint 프레젠테이션</vt:lpstr>
      <vt:lpstr>목차</vt:lpstr>
      <vt:lpstr>서론 — 연구 배경 및 필요성</vt:lpstr>
      <vt:lpstr>관련 연구 및 기존 방식 비교</vt:lpstr>
      <vt:lpstr>프로젝트 개요</vt:lpstr>
      <vt:lpstr>요구사항 및 주요 기능</vt:lpstr>
      <vt:lpstr>시스템 설계 — 아키텍처</vt:lpstr>
      <vt:lpstr>시스템 설계 — 데이터베이스(ERD)</vt:lpstr>
      <vt:lpstr>시스템 설계 — 사용자 흐름</vt:lpstr>
      <vt:lpstr>기술 스택 및 선택 이유</vt:lpstr>
      <vt:lpstr>핵심 구현 — AI 균열 자동 탐지</vt:lpstr>
      <vt:lpstr>핵심 구현 — 안전등급 산정 &amp; 보고서 생성</vt:lpstr>
      <vt:lpstr>실행 데모</vt:lpstr>
      <vt:lpstr>실험 및 결과</vt:lpstr>
      <vt:lpstr>트러블슈팅</vt:lpstr>
      <vt:lpstr>결론 — 성과·한계·기대효과</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CrackBot AI — 캡스톤 프로젝트 발표</dc:title>
  <dc:subject>PptxGenJS Presentation</dc:subject>
  <dc:creator>CrackBot 팀</dc:creator>
  <cp:lastModifiedBy>김광훈</cp:lastModifiedBy>
  <cp:revision>6</cp:revision>
  <dcterms:created xsi:type="dcterms:W3CDTF">2026-10-12T04:50:48Z</dcterms:created>
  <dcterms:modified xsi:type="dcterms:W3CDTF">2026-10-13T11:39:21Z</dcterms:modified>
</cp:coreProperties>
</file>